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4" r:id="rId1"/>
  </p:sldMasterIdLst>
  <p:sldIdLst>
    <p:sldId id="256" r:id="rId2"/>
    <p:sldId id="257" r:id="rId3"/>
    <p:sldId id="260" r:id="rId4"/>
    <p:sldId id="269" r:id="rId5"/>
    <p:sldId id="262" r:id="rId6"/>
    <p:sldId id="267" r:id="rId7"/>
    <p:sldId id="270" r:id="rId8"/>
    <p:sldId id="271" r:id="rId9"/>
    <p:sldId id="263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逸 陳" initials="逸" lastIdx="1" clrIdx="0">
    <p:extLst>
      <p:ext uri="{19B8F6BF-5375-455C-9EA6-DF929625EA0E}">
        <p15:presenceInfo xmlns:p15="http://schemas.microsoft.com/office/powerpoint/2012/main" userId="3db43dd9deef0e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98" d="100"/>
          <a:sy n="98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BAFFBC-E3BA-4DBE-A5B7-C5EA06AC5E4E}" type="doc">
      <dgm:prSet loTypeId="urn:microsoft.com/office/officeart/2005/8/layout/hProcess4" loCatId="process" qsTypeId="urn:microsoft.com/office/officeart/2005/8/quickstyle/3d1" qsCatId="3D" csTypeId="urn:microsoft.com/office/officeart/2005/8/colors/accent1_2" csCatId="accent1" phldr="1"/>
      <dgm:spPr/>
    </dgm:pt>
    <dgm:pt modelId="{0825B475-CB02-45F9-9B9B-9154DE59918A}">
      <dgm:prSet phldrT="[文字]" custT="1"/>
      <dgm:spPr/>
      <dgm:t>
        <a:bodyPr/>
        <a:lstStyle/>
        <a:p>
          <a:r>
            <a:rPr lang="en-US" altLang="zh-TW" sz="1400" dirty="0"/>
            <a:t>digit-5</a:t>
          </a:r>
          <a:endParaRPr lang="zh-TW" altLang="en-US" sz="1400" dirty="0"/>
        </a:p>
      </dgm:t>
    </dgm:pt>
    <dgm:pt modelId="{72887FE9-C637-4595-A4E6-C4680D99E90C}" type="parTrans" cxnId="{0C6C58EA-B183-4E5F-AC66-443B937405B0}">
      <dgm:prSet/>
      <dgm:spPr/>
      <dgm:t>
        <a:bodyPr/>
        <a:lstStyle/>
        <a:p>
          <a:endParaRPr lang="zh-TW" altLang="en-US"/>
        </a:p>
      </dgm:t>
    </dgm:pt>
    <dgm:pt modelId="{AD90C2CB-7EF0-4C59-B40D-58E0C7D2AE97}" type="sibTrans" cxnId="{0C6C58EA-B183-4E5F-AC66-443B937405B0}">
      <dgm:prSet/>
      <dgm:spPr/>
      <dgm:t>
        <a:bodyPr/>
        <a:lstStyle/>
        <a:p>
          <a:endParaRPr lang="zh-TW" altLang="en-US"/>
        </a:p>
      </dgm:t>
    </dgm:pt>
    <dgm:pt modelId="{98CD1465-1AEB-4D69-9E16-18022CC835A6}">
      <dgm:prSet phldrT="[文字]" custT="1"/>
      <dgm:spPr/>
      <dgm:t>
        <a:bodyPr/>
        <a:lstStyle/>
        <a:p>
          <a:r>
            <a:rPr lang="en-US" altLang="zh-TW" sz="1400" dirty="0"/>
            <a:t>digit-2</a:t>
          </a:r>
          <a:endParaRPr lang="zh-TW" altLang="en-US" sz="1400" dirty="0"/>
        </a:p>
      </dgm:t>
    </dgm:pt>
    <dgm:pt modelId="{12AEA984-7AE2-42B7-AA92-240AF59971ED}" type="parTrans" cxnId="{E6B14B5A-9419-48FF-9282-4DD810CFBBEA}">
      <dgm:prSet/>
      <dgm:spPr/>
      <dgm:t>
        <a:bodyPr/>
        <a:lstStyle/>
        <a:p>
          <a:endParaRPr lang="zh-TW" altLang="en-US"/>
        </a:p>
      </dgm:t>
    </dgm:pt>
    <dgm:pt modelId="{DC35E7FC-0098-4D15-A818-09AD5777DDEF}" type="sibTrans" cxnId="{E6B14B5A-9419-48FF-9282-4DD810CFBBEA}">
      <dgm:prSet/>
      <dgm:spPr/>
      <dgm:t>
        <a:bodyPr/>
        <a:lstStyle/>
        <a:p>
          <a:endParaRPr lang="zh-TW" altLang="en-US"/>
        </a:p>
      </dgm:t>
    </dgm:pt>
    <dgm:pt modelId="{1B786BCB-610D-4E00-9E9E-F01663FF6BFF}">
      <dgm:prSet phldrT="[文字]" custT="1"/>
      <dgm:spPr/>
      <dgm:t>
        <a:bodyPr/>
        <a:lstStyle/>
        <a:p>
          <a:r>
            <a:rPr lang="en-US" altLang="zh-TW" sz="1400" dirty="0"/>
            <a:t>digit-6</a:t>
          </a:r>
          <a:endParaRPr lang="zh-TW" altLang="en-US" sz="1400" dirty="0"/>
        </a:p>
      </dgm:t>
    </dgm:pt>
    <dgm:pt modelId="{CE9A436E-738D-41AB-BC2A-20501CAC7F72}" type="parTrans" cxnId="{66B5A57D-5AB3-41E4-8466-663B9A4CF9C0}">
      <dgm:prSet/>
      <dgm:spPr/>
      <dgm:t>
        <a:bodyPr/>
        <a:lstStyle/>
        <a:p>
          <a:endParaRPr lang="zh-TW" altLang="en-US"/>
        </a:p>
      </dgm:t>
    </dgm:pt>
    <dgm:pt modelId="{C2DB4BA2-1F5E-4711-9177-C87D8A01B5E8}" type="sibTrans" cxnId="{66B5A57D-5AB3-41E4-8466-663B9A4CF9C0}">
      <dgm:prSet/>
      <dgm:spPr/>
      <dgm:t>
        <a:bodyPr/>
        <a:lstStyle/>
        <a:p>
          <a:endParaRPr lang="zh-TW" altLang="en-US"/>
        </a:p>
      </dgm:t>
    </dgm:pt>
    <dgm:pt modelId="{0AA350E1-32B8-461F-8585-AB1B27EE3467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digit-7</a:t>
          </a:r>
          <a:endParaRPr lang="zh-TW" altLang="en-US" sz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E752532-2CD1-48F5-94AB-2E4E7A185AF4}" type="parTrans" cxnId="{7AF410AE-13E8-4620-B4D3-EE82B03CF73B}">
      <dgm:prSet/>
      <dgm:spPr/>
      <dgm:t>
        <a:bodyPr/>
        <a:lstStyle/>
        <a:p>
          <a:endParaRPr lang="zh-TW" altLang="en-US"/>
        </a:p>
      </dgm:t>
    </dgm:pt>
    <dgm:pt modelId="{3A346F12-B8E0-49BB-86F5-85EBB0FB47A3}" type="sibTrans" cxnId="{7AF410AE-13E8-4620-B4D3-EE82B03CF73B}">
      <dgm:prSet/>
      <dgm:spPr/>
      <dgm:t>
        <a:bodyPr/>
        <a:lstStyle/>
        <a:p>
          <a:endParaRPr lang="zh-TW" altLang="en-US"/>
        </a:p>
      </dgm:t>
    </dgm:pt>
    <dgm:pt modelId="{949EFD23-7A8A-4E82-A512-50A595C96722}">
      <dgm:prSet custT="1"/>
      <dgm:spPr/>
      <dgm:t>
        <a:bodyPr/>
        <a:lstStyle/>
        <a:p>
          <a:r>
            <a:rPr lang="en-US" altLang="zh-TW" sz="1400" dirty="0"/>
            <a:t>digit-4</a:t>
          </a:r>
          <a:endParaRPr lang="zh-TW" altLang="en-US" sz="1400" dirty="0"/>
        </a:p>
      </dgm:t>
    </dgm:pt>
    <dgm:pt modelId="{DD4B2E15-4E6C-44A1-AC07-7499F0F6857E}" type="parTrans" cxnId="{27554AB1-ACE7-4FF4-9BBC-D7D592A0CB1E}">
      <dgm:prSet/>
      <dgm:spPr/>
      <dgm:t>
        <a:bodyPr/>
        <a:lstStyle/>
        <a:p>
          <a:endParaRPr lang="zh-TW" altLang="en-US"/>
        </a:p>
      </dgm:t>
    </dgm:pt>
    <dgm:pt modelId="{CFBBF388-1CF4-421C-B9C8-B960785CF252}" type="sibTrans" cxnId="{27554AB1-ACE7-4FF4-9BBC-D7D592A0CB1E}">
      <dgm:prSet/>
      <dgm:spPr/>
      <dgm:t>
        <a:bodyPr/>
        <a:lstStyle/>
        <a:p>
          <a:endParaRPr lang="zh-TW" altLang="en-US"/>
        </a:p>
      </dgm:t>
    </dgm:pt>
    <dgm:pt modelId="{936B6493-EA5C-481F-94BB-C0BC30AF26DF}">
      <dgm:prSet custT="1"/>
      <dgm:spPr/>
      <dgm:t>
        <a:bodyPr/>
        <a:lstStyle/>
        <a:p>
          <a:r>
            <a:rPr lang="en-US" altLang="zh-TW" sz="1400" dirty="0"/>
            <a:t>digit-1</a:t>
          </a:r>
          <a:endParaRPr lang="zh-TW" altLang="en-US" sz="1400" dirty="0"/>
        </a:p>
      </dgm:t>
    </dgm:pt>
    <dgm:pt modelId="{44D897B9-D396-42B8-B280-319B8125425F}" type="parTrans" cxnId="{F7078428-9A42-41BD-BF52-F41B4FB3BAC7}">
      <dgm:prSet/>
      <dgm:spPr/>
      <dgm:t>
        <a:bodyPr/>
        <a:lstStyle/>
        <a:p>
          <a:endParaRPr lang="zh-TW" altLang="en-US"/>
        </a:p>
      </dgm:t>
    </dgm:pt>
    <dgm:pt modelId="{A3B3A473-BB13-44A6-ABA6-6312FFE0CC75}" type="sibTrans" cxnId="{F7078428-9A42-41BD-BF52-F41B4FB3BAC7}">
      <dgm:prSet/>
      <dgm:spPr/>
      <dgm:t>
        <a:bodyPr/>
        <a:lstStyle/>
        <a:p>
          <a:endParaRPr lang="zh-TW" altLang="en-US"/>
        </a:p>
      </dgm:t>
    </dgm:pt>
    <dgm:pt modelId="{35AA7C8C-4170-4F14-83FF-8D74AF17AA31}">
      <dgm:prSet custT="1"/>
      <dgm:spPr/>
      <dgm:t>
        <a:bodyPr/>
        <a:lstStyle/>
        <a:p>
          <a:r>
            <a:rPr lang="en-US" altLang="zh-TW" sz="1400" dirty="0"/>
            <a:t>digit-3</a:t>
          </a:r>
          <a:endParaRPr lang="zh-TW" altLang="en-US" sz="1400" dirty="0"/>
        </a:p>
      </dgm:t>
    </dgm:pt>
    <dgm:pt modelId="{CAD68204-041E-4653-B3DD-99DDD315B9C2}" type="sibTrans" cxnId="{1327BF40-83F3-462C-955C-8433AA7238C1}">
      <dgm:prSet/>
      <dgm:spPr/>
      <dgm:t>
        <a:bodyPr/>
        <a:lstStyle/>
        <a:p>
          <a:endParaRPr lang="zh-TW" altLang="en-US"/>
        </a:p>
      </dgm:t>
    </dgm:pt>
    <dgm:pt modelId="{21125792-B16E-43A6-BBF5-FC683CEB4D0B}" type="parTrans" cxnId="{1327BF40-83F3-462C-955C-8433AA7238C1}">
      <dgm:prSet/>
      <dgm:spPr/>
      <dgm:t>
        <a:bodyPr/>
        <a:lstStyle/>
        <a:p>
          <a:endParaRPr lang="zh-TW" altLang="en-US"/>
        </a:p>
      </dgm:t>
    </dgm:pt>
    <dgm:pt modelId="{1947CCD4-9862-4ABF-ADA6-668A615313AF}">
      <dgm:prSet phldrT="[文字]"/>
      <dgm:spPr/>
      <dgm:t>
        <a:bodyPr/>
        <a:lstStyle/>
        <a:p>
          <a:r>
            <a:rPr lang="en-US" altLang="zh-TW" dirty="0"/>
            <a:t>Digit-0</a:t>
          </a:r>
          <a:endParaRPr lang="zh-TW" altLang="en-US" dirty="0"/>
        </a:p>
      </dgm:t>
    </dgm:pt>
    <dgm:pt modelId="{7EDF3838-4E7E-40F5-9084-1DF7D0C6ED7C}" type="sibTrans" cxnId="{AAE0D8D4-740B-4772-BA64-64122BB3A95D}">
      <dgm:prSet/>
      <dgm:spPr/>
      <dgm:t>
        <a:bodyPr/>
        <a:lstStyle/>
        <a:p>
          <a:endParaRPr lang="zh-TW" altLang="en-US"/>
        </a:p>
      </dgm:t>
    </dgm:pt>
    <dgm:pt modelId="{DCDEC47A-CE01-4844-819A-33682A07A095}" type="parTrans" cxnId="{AAE0D8D4-740B-4772-BA64-64122BB3A95D}">
      <dgm:prSet/>
      <dgm:spPr/>
      <dgm:t>
        <a:bodyPr/>
        <a:lstStyle/>
        <a:p>
          <a:endParaRPr lang="zh-TW" altLang="en-US"/>
        </a:p>
      </dgm:t>
    </dgm:pt>
    <dgm:pt modelId="{6C640053-E901-458D-BC30-6B19CEFB04CB}">
      <dgm:prSet/>
      <dgm:spPr/>
      <dgm:t>
        <a:bodyPr/>
        <a:lstStyle/>
        <a:p>
          <a:pPr algn="ctr">
            <a:buNone/>
          </a:pPr>
          <a:r>
            <a:rPr lang="en-US" altLang="zh-TW" dirty="0"/>
            <a:t>1</a:t>
          </a:r>
          <a:endParaRPr lang="zh-TW" altLang="en-US" dirty="0"/>
        </a:p>
      </dgm:t>
    </dgm:pt>
    <dgm:pt modelId="{87F3F9FE-3047-4F7B-9BE9-0CC2A84FFBAF}" type="parTrans" cxnId="{EB21F585-83BD-40E6-8313-F56FFBC3C874}">
      <dgm:prSet/>
      <dgm:spPr/>
      <dgm:t>
        <a:bodyPr/>
        <a:lstStyle/>
        <a:p>
          <a:endParaRPr lang="zh-TW" altLang="en-US"/>
        </a:p>
      </dgm:t>
    </dgm:pt>
    <dgm:pt modelId="{0310D709-1A29-4F27-847A-27FEE6AE658A}" type="sibTrans" cxnId="{EB21F585-83BD-40E6-8313-F56FFBC3C874}">
      <dgm:prSet/>
      <dgm:spPr/>
      <dgm:t>
        <a:bodyPr/>
        <a:lstStyle/>
        <a:p>
          <a:endParaRPr lang="zh-TW" altLang="en-US"/>
        </a:p>
      </dgm:t>
    </dgm:pt>
    <dgm:pt modelId="{14092DE2-E01C-447F-9A6D-140E36016B13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3</a:t>
          </a:r>
          <a:endParaRPr lang="zh-TW" altLang="en-US" dirty="0"/>
        </a:p>
      </dgm:t>
    </dgm:pt>
    <dgm:pt modelId="{998FF80C-C8E1-4319-AEA9-3341B6C9E0CF}" type="sibTrans" cxnId="{89614ED9-5B2A-4CD7-AEA1-0A91CE273947}">
      <dgm:prSet/>
      <dgm:spPr/>
      <dgm:t>
        <a:bodyPr/>
        <a:lstStyle/>
        <a:p>
          <a:endParaRPr lang="zh-TW" altLang="en-US"/>
        </a:p>
      </dgm:t>
    </dgm:pt>
    <dgm:pt modelId="{7781E59B-7943-4555-8A86-6012C3106C3A}" type="parTrans" cxnId="{89614ED9-5B2A-4CD7-AEA1-0A91CE273947}">
      <dgm:prSet/>
      <dgm:spPr/>
      <dgm:t>
        <a:bodyPr/>
        <a:lstStyle/>
        <a:p>
          <a:endParaRPr lang="zh-TW" altLang="en-US"/>
        </a:p>
      </dgm:t>
    </dgm:pt>
    <dgm:pt modelId="{F9C525BB-B065-4575-84B8-E4880BD10182}">
      <dgm:prSet/>
      <dgm:spPr/>
      <dgm:t>
        <a:bodyPr/>
        <a:lstStyle/>
        <a:p>
          <a:pPr algn="ctr">
            <a:buNone/>
          </a:pPr>
          <a:r>
            <a:rPr lang="en-US" altLang="zh-TW" dirty="0"/>
            <a:t>0</a:t>
          </a:r>
          <a:endParaRPr lang="zh-TW" altLang="en-US" dirty="0"/>
        </a:p>
      </dgm:t>
    </dgm:pt>
    <dgm:pt modelId="{F0EF5B14-923E-44CB-BACF-2ABF325A0477}" type="parTrans" cxnId="{97BAA57B-D4E9-4059-A841-9620D771EDAB}">
      <dgm:prSet/>
      <dgm:spPr/>
      <dgm:t>
        <a:bodyPr/>
        <a:lstStyle/>
        <a:p>
          <a:endParaRPr lang="zh-TW" altLang="en-US"/>
        </a:p>
      </dgm:t>
    </dgm:pt>
    <dgm:pt modelId="{DB8C05CE-D396-4A82-8F2D-B086F0F33C93}" type="sibTrans" cxnId="{97BAA57B-D4E9-4059-A841-9620D771EDAB}">
      <dgm:prSet/>
      <dgm:spPr/>
      <dgm:t>
        <a:bodyPr/>
        <a:lstStyle/>
        <a:p>
          <a:endParaRPr lang="zh-TW" altLang="en-US"/>
        </a:p>
      </dgm:t>
    </dgm:pt>
    <dgm:pt modelId="{AD2485CA-BDF9-4737-A536-D44F6B9363C4}">
      <dgm:prSet/>
      <dgm:spPr/>
      <dgm:t>
        <a:bodyPr/>
        <a:lstStyle/>
        <a:p>
          <a:pPr algn="ctr">
            <a:buNone/>
          </a:pPr>
          <a:r>
            <a:rPr lang="en-US" altLang="zh-TW" dirty="0"/>
            <a:t>0</a:t>
          </a:r>
          <a:endParaRPr lang="zh-TW" altLang="en-US" dirty="0"/>
        </a:p>
      </dgm:t>
    </dgm:pt>
    <dgm:pt modelId="{5B3C4034-1601-4575-9158-0864DD1B7506}" type="parTrans" cxnId="{065647AE-89E4-4086-9BB7-A87F7A098D18}">
      <dgm:prSet/>
      <dgm:spPr/>
      <dgm:t>
        <a:bodyPr/>
        <a:lstStyle/>
        <a:p>
          <a:endParaRPr lang="zh-TW" altLang="en-US"/>
        </a:p>
      </dgm:t>
    </dgm:pt>
    <dgm:pt modelId="{BC5D865A-B57D-4A30-AD91-77EDB0D0B3B2}" type="sibTrans" cxnId="{065647AE-89E4-4086-9BB7-A87F7A098D18}">
      <dgm:prSet/>
      <dgm:spPr/>
      <dgm:t>
        <a:bodyPr/>
        <a:lstStyle/>
        <a:p>
          <a:endParaRPr lang="zh-TW" altLang="en-US"/>
        </a:p>
      </dgm:t>
    </dgm:pt>
    <dgm:pt modelId="{479B9FF7-CFB7-4697-9DE4-37C7DB0E3655}">
      <dgm:prSet/>
      <dgm:spPr/>
      <dgm:t>
        <a:bodyPr/>
        <a:lstStyle/>
        <a:p>
          <a:pPr algn="ctr">
            <a:buNone/>
          </a:pPr>
          <a:r>
            <a:rPr lang="en-US" altLang="zh-TW" dirty="0"/>
            <a:t>2</a:t>
          </a:r>
          <a:endParaRPr lang="zh-TW" altLang="en-US" dirty="0"/>
        </a:p>
      </dgm:t>
    </dgm:pt>
    <dgm:pt modelId="{41279784-4D0C-4A40-A40C-FC4D9D69BD37}" type="parTrans" cxnId="{5DA60A0F-613B-44A7-A121-E1879E7AC603}">
      <dgm:prSet/>
      <dgm:spPr/>
      <dgm:t>
        <a:bodyPr/>
        <a:lstStyle/>
        <a:p>
          <a:endParaRPr lang="zh-TW" altLang="en-US"/>
        </a:p>
      </dgm:t>
    </dgm:pt>
    <dgm:pt modelId="{B5B74957-2CDF-44E3-8856-3B3BC57230CB}" type="sibTrans" cxnId="{5DA60A0F-613B-44A7-A121-E1879E7AC603}">
      <dgm:prSet/>
      <dgm:spPr/>
      <dgm:t>
        <a:bodyPr/>
        <a:lstStyle/>
        <a:p>
          <a:endParaRPr lang="zh-TW" altLang="en-US"/>
        </a:p>
      </dgm:t>
    </dgm:pt>
    <dgm:pt modelId="{DD0B8E3A-8924-4D51-90D3-66889BD27BD3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4</a:t>
          </a:r>
          <a:endParaRPr lang="zh-TW" altLang="en-US" dirty="0"/>
        </a:p>
      </dgm:t>
    </dgm:pt>
    <dgm:pt modelId="{B83F6A49-321B-44BF-9C0E-401A6C1CF004}" type="parTrans" cxnId="{5123C76A-4D86-4ADD-9D99-17F572EA1D60}">
      <dgm:prSet/>
      <dgm:spPr/>
      <dgm:t>
        <a:bodyPr/>
        <a:lstStyle/>
        <a:p>
          <a:endParaRPr lang="zh-TW" altLang="en-US"/>
        </a:p>
      </dgm:t>
    </dgm:pt>
    <dgm:pt modelId="{1613EB73-2B54-4D76-A64A-04435B37E1DB}" type="sibTrans" cxnId="{5123C76A-4D86-4ADD-9D99-17F572EA1D60}">
      <dgm:prSet/>
      <dgm:spPr/>
      <dgm:t>
        <a:bodyPr/>
        <a:lstStyle/>
        <a:p>
          <a:endParaRPr lang="zh-TW" altLang="en-US"/>
        </a:p>
      </dgm:t>
    </dgm:pt>
    <dgm:pt modelId="{104481AB-BC79-4D3A-9697-92DA43DBC542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0</a:t>
          </a:r>
          <a:endParaRPr lang="zh-TW" altLang="en-US" dirty="0"/>
        </a:p>
      </dgm:t>
    </dgm:pt>
    <dgm:pt modelId="{7A2B2302-CDF6-4D75-9FB9-C3E301E0A19C}" type="parTrans" cxnId="{F25A3F03-FEFA-49B2-9CA8-268AA9D8A3C5}">
      <dgm:prSet/>
      <dgm:spPr/>
      <dgm:t>
        <a:bodyPr/>
        <a:lstStyle/>
        <a:p>
          <a:endParaRPr lang="zh-TW" altLang="en-US"/>
        </a:p>
      </dgm:t>
    </dgm:pt>
    <dgm:pt modelId="{12F69D13-84F4-4785-8FCF-C6A4A4BA1727}" type="sibTrans" cxnId="{F25A3F03-FEFA-49B2-9CA8-268AA9D8A3C5}">
      <dgm:prSet/>
      <dgm:spPr/>
      <dgm:t>
        <a:bodyPr/>
        <a:lstStyle/>
        <a:p>
          <a:endParaRPr lang="zh-TW" altLang="en-US"/>
        </a:p>
      </dgm:t>
    </dgm:pt>
    <dgm:pt modelId="{92A84FC5-FE9C-4C4C-AC4B-C996411B90C2}">
      <dgm:prSet/>
      <dgm:spPr/>
      <dgm:t>
        <a:bodyPr/>
        <a:lstStyle/>
        <a:p>
          <a:pPr algn="ctr">
            <a:buNone/>
          </a:pPr>
          <a:r>
            <a:rPr lang="en-US" altLang="zh-TW" dirty="0"/>
            <a:t>1</a:t>
          </a:r>
          <a:endParaRPr lang="zh-TW" altLang="en-US" dirty="0"/>
        </a:p>
      </dgm:t>
    </dgm:pt>
    <dgm:pt modelId="{6E41253C-8535-4271-994C-EEB9D56F4402}" type="parTrans" cxnId="{F9E162D2-B1FE-4ABA-A4D2-DA08F672B715}">
      <dgm:prSet/>
      <dgm:spPr/>
      <dgm:t>
        <a:bodyPr/>
        <a:lstStyle/>
        <a:p>
          <a:endParaRPr lang="zh-TW" altLang="en-US"/>
        </a:p>
      </dgm:t>
    </dgm:pt>
    <dgm:pt modelId="{F0E7DF26-3BBC-4D86-AD91-D15E00C4F435}" type="sibTrans" cxnId="{F9E162D2-B1FE-4ABA-A4D2-DA08F672B715}">
      <dgm:prSet/>
      <dgm:spPr/>
      <dgm:t>
        <a:bodyPr/>
        <a:lstStyle/>
        <a:p>
          <a:endParaRPr lang="zh-TW" altLang="en-US"/>
        </a:p>
      </dgm:t>
    </dgm:pt>
    <dgm:pt modelId="{7897349C-BCA2-4F62-9099-2118C5C925EA}" type="pres">
      <dgm:prSet presAssocID="{66BAFFBC-E3BA-4DBE-A5B7-C5EA06AC5E4E}" presName="Name0" presStyleCnt="0">
        <dgm:presLayoutVars>
          <dgm:dir/>
          <dgm:animLvl val="lvl"/>
          <dgm:resizeHandles val="exact"/>
        </dgm:presLayoutVars>
      </dgm:prSet>
      <dgm:spPr/>
    </dgm:pt>
    <dgm:pt modelId="{9E9615AE-1A8D-4496-B45A-C3875B94AEB7}" type="pres">
      <dgm:prSet presAssocID="{66BAFFBC-E3BA-4DBE-A5B7-C5EA06AC5E4E}" presName="tSp" presStyleCnt="0"/>
      <dgm:spPr/>
    </dgm:pt>
    <dgm:pt modelId="{A30CE98E-CEA7-4195-A206-24383FEDAA13}" type="pres">
      <dgm:prSet presAssocID="{66BAFFBC-E3BA-4DBE-A5B7-C5EA06AC5E4E}" presName="bSp" presStyleCnt="0"/>
      <dgm:spPr/>
    </dgm:pt>
    <dgm:pt modelId="{B5CA7B68-287D-4631-8E82-8A943BC81A09}" type="pres">
      <dgm:prSet presAssocID="{66BAFFBC-E3BA-4DBE-A5B7-C5EA06AC5E4E}" presName="process" presStyleCnt="0"/>
      <dgm:spPr/>
    </dgm:pt>
    <dgm:pt modelId="{07A472EA-26FA-478B-82E8-02BF60DC4775}" type="pres">
      <dgm:prSet presAssocID="{1947CCD4-9862-4ABF-ADA6-668A615313AF}" presName="composite1" presStyleCnt="0"/>
      <dgm:spPr/>
    </dgm:pt>
    <dgm:pt modelId="{EBB88DB3-8AE8-4333-A66E-60AADD1F8CE0}" type="pres">
      <dgm:prSet presAssocID="{1947CCD4-9862-4ABF-ADA6-668A615313AF}" presName="dummyNode1" presStyleLbl="node1" presStyleIdx="0" presStyleCnt="8"/>
      <dgm:spPr/>
    </dgm:pt>
    <dgm:pt modelId="{4598C570-BF39-4986-ABEC-AC28925AC6EC}" type="pres">
      <dgm:prSet presAssocID="{1947CCD4-9862-4ABF-ADA6-668A615313AF}" presName="childNode1" presStyleLbl="bgAcc1" presStyleIdx="0" presStyleCnt="8">
        <dgm:presLayoutVars>
          <dgm:bulletEnabled val="1"/>
        </dgm:presLayoutVars>
      </dgm:prSet>
      <dgm:spPr/>
    </dgm:pt>
    <dgm:pt modelId="{77D97104-0CB9-4DAF-9052-321D21E36F5D}" type="pres">
      <dgm:prSet presAssocID="{1947CCD4-9862-4ABF-ADA6-668A615313AF}" presName="childNode1tx" presStyleLbl="bgAcc1" presStyleIdx="0" presStyleCnt="8">
        <dgm:presLayoutVars>
          <dgm:bulletEnabled val="1"/>
        </dgm:presLayoutVars>
      </dgm:prSet>
      <dgm:spPr/>
    </dgm:pt>
    <dgm:pt modelId="{FEB36EBC-2978-4F6C-A256-0A7028BD8E6B}" type="pres">
      <dgm:prSet presAssocID="{1947CCD4-9862-4ABF-ADA6-668A615313AF}" presName="parentNode1" presStyleLbl="node1" presStyleIdx="0" presStyleCnt="8">
        <dgm:presLayoutVars>
          <dgm:chMax val="1"/>
          <dgm:bulletEnabled val="1"/>
        </dgm:presLayoutVars>
      </dgm:prSet>
      <dgm:spPr/>
    </dgm:pt>
    <dgm:pt modelId="{DC9F1099-C757-4956-82FA-52972FE408E0}" type="pres">
      <dgm:prSet presAssocID="{1947CCD4-9862-4ABF-ADA6-668A615313AF}" presName="connSite1" presStyleCnt="0"/>
      <dgm:spPr/>
    </dgm:pt>
    <dgm:pt modelId="{6BDF08CF-81F1-4A15-8135-E352CDB3F4BB}" type="pres">
      <dgm:prSet presAssocID="{7EDF3838-4E7E-40F5-9084-1DF7D0C6ED7C}" presName="Name9" presStyleLbl="sibTrans2D1" presStyleIdx="0" presStyleCnt="7"/>
      <dgm:spPr/>
    </dgm:pt>
    <dgm:pt modelId="{A070F575-FD9D-4B5C-8E0C-D8C8D6F15898}" type="pres">
      <dgm:prSet presAssocID="{98CD1465-1AEB-4D69-9E16-18022CC835A6}" presName="composite2" presStyleCnt="0"/>
      <dgm:spPr/>
    </dgm:pt>
    <dgm:pt modelId="{7BD6D3F6-00DF-4AAF-8601-3DB90172A0E5}" type="pres">
      <dgm:prSet presAssocID="{98CD1465-1AEB-4D69-9E16-18022CC835A6}" presName="dummyNode2" presStyleLbl="node1" presStyleIdx="0" presStyleCnt="8"/>
      <dgm:spPr/>
    </dgm:pt>
    <dgm:pt modelId="{2E7EC77E-A30C-46E2-88A6-FF94B670187E}" type="pres">
      <dgm:prSet presAssocID="{98CD1465-1AEB-4D69-9E16-18022CC835A6}" presName="childNode2" presStyleLbl="bgAcc1" presStyleIdx="1" presStyleCnt="8">
        <dgm:presLayoutVars>
          <dgm:bulletEnabled val="1"/>
        </dgm:presLayoutVars>
      </dgm:prSet>
      <dgm:spPr/>
    </dgm:pt>
    <dgm:pt modelId="{127E141A-4119-4FEB-ADB7-6D67507F8A91}" type="pres">
      <dgm:prSet presAssocID="{98CD1465-1AEB-4D69-9E16-18022CC835A6}" presName="childNode2tx" presStyleLbl="bgAcc1" presStyleIdx="1" presStyleCnt="8">
        <dgm:presLayoutVars>
          <dgm:bulletEnabled val="1"/>
        </dgm:presLayoutVars>
      </dgm:prSet>
      <dgm:spPr/>
    </dgm:pt>
    <dgm:pt modelId="{3D5B7B87-28E8-4990-98A7-B54459167256}" type="pres">
      <dgm:prSet presAssocID="{98CD1465-1AEB-4D69-9E16-18022CC835A6}" presName="parentNode2" presStyleLbl="node1" presStyleIdx="1" presStyleCnt="8">
        <dgm:presLayoutVars>
          <dgm:chMax val="0"/>
          <dgm:bulletEnabled val="1"/>
        </dgm:presLayoutVars>
      </dgm:prSet>
      <dgm:spPr/>
    </dgm:pt>
    <dgm:pt modelId="{D7208A92-6AA9-4FFB-A361-1C964BF60BDC}" type="pres">
      <dgm:prSet presAssocID="{98CD1465-1AEB-4D69-9E16-18022CC835A6}" presName="connSite2" presStyleCnt="0"/>
      <dgm:spPr/>
    </dgm:pt>
    <dgm:pt modelId="{5324F488-2683-4F64-B170-8C2E4DE49395}" type="pres">
      <dgm:prSet presAssocID="{DC35E7FC-0098-4D15-A818-09AD5777DDEF}" presName="Name18" presStyleLbl="sibTrans2D1" presStyleIdx="1" presStyleCnt="7"/>
      <dgm:spPr/>
    </dgm:pt>
    <dgm:pt modelId="{6BD6E134-BBB0-4DAF-995B-24293F6A8CC9}" type="pres">
      <dgm:prSet presAssocID="{949EFD23-7A8A-4E82-A512-50A595C96722}" presName="composite1" presStyleCnt="0"/>
      <dgm:spPr/>
    </dgm:pt>
    <dgm:pt modelId="{C37D179A-A633-4163-B39B-E87216ECEAAF}" type="pres">
      <dgm:prSet presAssocID="{949EFD23-7A8A-4E82-A512-50A595C96722}" presName="dummyNode1" presStyleLbl="node1" presStyleIdx="1" presStyleCnt="8"/>
      <dgm:spPr/>
    </dgm:pt>
    <dgm:pt modelId="{352CF4FD-D249-4DF2-A642-5B009D86E76E}" type="pres">
      <dgm:prSet presAssocID="{949EFD23-7A8A-4E82-A512-50A595C96722}" presName="childNode1" presStyleLbl="bgAcc1" presStyleIdx="2" presStyleCnt="8">
        <dgm:presLayoutVars>
          <dgm:bulletEnabled val="1"/>
        </dgm:presLayoutVars>
      </dgm:prSet>
      <dgm:spPr/>
    </dgm:pt>
    <dgm:pt modelId="{E052C995-0352-4D67-A345-CF81A0EDF639}" type="pres">
      <dgm:prSet presAssocID="{949EFD23-7A8A-4E82-A512-50A595C96722}" presName="childNode1tx" presStyleLbl="bgAcc1" presStyleIdx="2" presStyleCnt="8">
        <dgm:presLayoutVars>
          <dgm:bulletEnabled val="1"/>
        </dgm:presLayoutVars>
      </dgm:prSet>
      <dgm:spPr/>
    </dgm:pt>
    <dgm:pt modelId="{D9122300-F7EF-4570-BDF3-81D5F3501DAB}" type="pres">
      <dgm:prSet presAssocID="{949EFD23-7A8A-4E82-A512-50A595C96722}" presName="parentNode1" presStyleLbl="node1" presStyleIdx="2" presStyleCnt="8">
        <dgm:presLayoutVars>
          <dgm:chMax val="1"/>
          <dgm:bulletEnabled val="1"/>
        </dgm:presLayoutVars>
      </dgm:prSet>
      <dgm:spPr/>
    </dgm:pt>
    <dgm:pt modelId="{AC64947E-1F7B-48EE-A134-417220114C51}" type="pres">
      <dgm:prSet presAssocID="{949EFD23-7A8A-4E82-A512-50A595C96722}" presName="connSite1" presStyleCnt="0"/>
      <dgm:spPr/>
    </dgm:pt>
    <dgm:pt modelId="{B0B72B3A-A03D-410F-9FD5-84EA135AB590}" type="pres">
      <dgm:prSet presAssocID="{CFBBF388-1CF4-421C-B9C8-B960785CF252}" presName="Name9" presStyleLbl="sibTrans2D1" presStyleIdx="2" presStyleCnt="7"/>
      <dgm:spPr/>
    </dgm:pt>
    <dgm:pt modelId="{E21F9CA4-2142-4CA0-AC88-265F9E56366E}" type="pres">
      <dgm:prSet presAssocID="{1B786BCB-610D-4E00-9E9E-F01663FF6BFF}" presName="composite2" presStyleCnt="0"/>
      <dgm:spPr/>
    </dgm:pt>
    <dgm:pt modelId="{FAB1624D-84FD-4FA3-B95B-66DE6733438A}" type="pres">
      <dgm:prSet presAssocID="{1B786BCB-610D-4E00-9E9E-F01663FF6BFF}" presName="dummyNode2" presStyleLbl="node1" presStyleIdx="2" presStyleCnt="8"/>
      <dgm:spPr/>
    </dgm:pt>
    <dgm:pt modelId="{1734E8AA-89A5-47E9-BC05-4CFCE5A23986}" type="pres">
      <dgm:prSet presAssocID="{1B786BCB-610D-4E00-9E9E-F01663FF6BFF}" presName="childNode2" presStyleLbl="bgAcc1" presStyleIdx="3" presStyleCnt="8">
        <dgm:presLayoutVars>
          <dgm:bulletEnabled val="1"/>
        </dgm:presLayoutVars>
      </dgm:prSet>
      <dgm:spPr/>
    </dgm:pt>
    <dgm:pt modelId="{D79246BA-B24F-400F-9167-B1766F252C7D}" type="pres">
      <dgm:prSet presAssocID="{1B786BCB-610D-4E00-9E9E-F01663FF6BFF}" presName="childNode2tx" presStyleLbl="bgAcc1" presStyleIdx="3" presStyleCnt="8">
        <dgm:presLayoutVars>
          <dgm:bulletEnabled val="1"/>
        </dgm:presLayoutVars>
      </dgm:prSet>
      <dgm:spPr/>
    </dgm:pt>
    <dgm:pt modelId="{42EB607E-05A3-462E-B8A9-9E5D44B9B3FC}" type="pres">
      <dgm:prSet presAssocID="{1B786BCB-610D-4E00-9E9E-F01663FF6BFF}" presName="parentNode2" presStyleLbl="node1" presStyleIdx="3" presStyleCnt="8">
        <dgm:presLayoutVars>
          <dgm:chMax val="0"/>
          <dgm:bulletEnabled val="1"/>
        </dgm:presLayoutVars>
      </dgm:prSet>
      <dgm:spPr/>
    </dgm:pt>
    <dgm:pt modelId="{35E9005F-B089-48AE-8F88-B767C8E7F377}" type="pres">
      <dgm:prSet presAssocID="{1B786BCB-610D-4E00-9E9E-F01663FF6BFF}" presName="connSite2" presStyleCnt="0"/>
      <dgm:spPr/>
    </dgm:pt>
    <dgm:pt modelId="{CA9C4F5D-0F67-475C-9307-5C9706E56804}" type="pres">
      <dgm:prSet presAssocID="{C2DB4BA2-1F5E-4711-9177-C87D8A01B5E8}" presName="Name18" presStyleLbl="sibTrans2D1" presStyleIdx="3" presStyleCnt="7"/>
      <dgm:spPr/>
    </dgm:pt>
    <dgm:pt modelId="{298B3868-7DC7-43FD-BA53-6E8E5A741FBE}" type="pres">
      <dgm:prSet presAssocID="{0AA350E1-32B8-461F-8585-AB1B27EE3467}" presName="composite1" presStyleCnt="0"/>
      <dgm:spPr/>
    </dgm:pt>
    <dgm:pt modelId="{44584354-5C66-4936-876A-DC3436B24112}" type="pres">
      <dgm:prSet presAssocID="{0AA350E1-32B8-461F-8585-AB1B27EE3467}" presName="dummyNode1" presStyleLbl="node1" presStyleIdx="3" presStyleCnt="8"/>
      <dgm:spPr/>
    </dgm:pt>
    <dgm:pt modelId="{EED1583E-1D38-46DE-8996-C8D55B36E9CE}" type="pres">
      <dgm:prSet presAssocID="{0AA350E1-32B8-461F-8585-AB1B27EE3467}" presName="childNode1" presStyleLbl="bgAcc1" presStyleIdx="4" presStyleCnt="8">
        <dgm:presLayoutVars>
          <dgm:bulletEnabled val="1"/>
        </dgm:presLayoutVars>
      </dgm:prSet>
      <dgm:spPr/>
    </dgm:pt>
    <dgm:pt modelId="{61F80C95-D0EE-4DA0-A9B6-2C4F51D7F4CB}" type="pres">
      <dgm:prSet presAssocID="{0AA350E1-32B8-461F-8585-AB1B27EE3467}" presName="childNode1tx" presStyleLbl="bgAcc1" presStyleIdx="4" presStyleCnt="8">
        <dgm:presLayoutVars>
          <dgm:bulletEnabled val="1"/>
        </dgm:presLayoutVars>
      </dgm:prSet>
      <dgm:spPr/>
    </dgm:pt>
    <dgm:pt modelId="{B5602B60-54D4-413D-BDCE-685E3BA54F2A}" type="pres">
      <dgm:prSet presAssocID="{0AA350E1-32B8-461F-8585-AB1B27EE3467}" presName="parentNode1" presStyleLbl="node1" presStyleIdx="4" presStyleCnt="8">
        <dgm:presLayoutVars>
          <dgm:chMax val="1"/>
          <dgm:bulletEnabled val="1"/>
        </dgm:presLayoutVars>
      </dgm:prSet>
      <dgm:spPr/>
    </dgm:pt>
    <dgm:pt modelId="{AD1F8923-876D-401A-9AA2-C1056DA027AD}" type="pres">
      <dgm:prSet presAssocID="{0AA350E1-32B8-461F-8585-AB1B27EE3467}" presName="connSite1" presStyleCnt="0"/>
      <dgm:spPr/>
    </dgm:pt>
    <dgm:pt modelId="{E4F7ED0B-7D78-46C7-825D-F18BBC1EE17E}" type="pres">
      <dgm:prSet presAssocID="{3A346F12-B8E0-49BB-86F5-85EBB0FB47A3}" presName="Name9" presStyleLbl="sibTrans2D1" presStyleIdx="4" presStyleCnt="7"/>
      <dgm:spPr/>
    </dgm:pt>
    <dgm:pt modelId="{4EC02EB1-D328-4475-8BA6-D9AD93583746}" type="pres">
      <dgm:prSet presAssocID="{0825B475-CB02-45F9-9B9B-9154DE59918A}" presName="composite2" presStyleCnt="0"/>
      <dgm:spPr/>
    </dgm:pt>
    <dgm:pt modelId="{DA364265-D0A4-471A-BF1F-E22F65BFB2AD}" type="pres">
      <dgm:prSet presAssocID="{0825B475-CB02-45F9-9B9B-9154DE59918A}" presName="dummyNode2" presStyleLbl="node1" presStyleIdx="4" presStyleCnt="8"/>
      <dgm:spPr/>
    </dgm:pt>
    <dgm:pt modelId="{5A452302-8DF3-4757-8539-9D0DEB08A38A}" type="pres">
      <dgm:prSet presAssocID="{0825B475-CB02-45F9-9B9B-9154DE59918A}" presName="childNode2" presStyleLbl="bgAcc1" presStyleIdx="5" presStyleCnt="8">
        <dgm:presLayoutVars>
          <dgm:bulletEnabled val="1"/>
        </dgm:presLayoutVars>
      </dgm:prSet>
      <dgm:spPr/>
    </dgm:pt>
    <dgm:pt modelId="{09347C92-E92E-4081-9777-B6062EC098AE}" type="pres">
      <dgm:prSet presAssocID="{0825B475-CB02-45F9-9B9B-9154DE59918A}" presName="childNode2tx" presStyleLbl="bgAcc1" presStyleIdx="5" presStyleCnt="8">
        <dgm:presLayoutVars>
          <dgm:bulletEnabled val="1"/>
        </dgm:presLayoutVars>
      </dgm:prSet>
      <dgm:spPr/>
    </dgm:pt>
    <dgm:pt modelId="{E60D8F84-0154-4499-A0BC-C37D4A42D53A}" type="pres">
      <dgm:prSet presAssocID="{0825B475-CB02-45F9-9B9B-9154DE59918A}" presName="parentNode2" presStyleLbl="node1" presStyleIdx="5" presStyleCnt="8">
        <dgm:presLayoutVars>
          <dgm:chMax val="0"/>
          <dgm:bulletEnabled val="1"/>
        </dgm:presLayoutVars>
      </dgm:prSet>
      <dgm:spPr/>
    </dgm:pt>
    <dgm:pt modelId="{705B5B3D-4147-4C05-B1ED-B169E5A7B4B8}" type="pres">
      <dgm:prSet presAssocID="{0825B475-CB02-45F9-9B9B-9154DE59918A}" presName="connSite2" presStyleCnt="0"/>
      <dgm:spPr/>
    </dgm:pt>
    <dgm:pt modelId="{19138755-9DD8-4146-ABE1-497ECF759CA3}" type="pres">
      <dgm:prSet presAssocID="{AD90C2CB-7EF0-4C59-B40D-58E0C7D2AE97}" presName="Name18" presStyleLbl="sibTrans2D1" presStyleIdx="5" presStyleCnt="7"/>
      <dgm:spPr/>
    </dgm:pt>
    <dgm:pt modelId="{13F34FAC-1F59-45AB-9829-590D3B67E452}" type="pres">
      <dgm:prSet presAssocID="{35AA7C8C-4170-4F14-83FF-8D74AF17AA31}" presName="composite1" presStyleCnt="0"/>
      <dgm:spPr/>
    </dgm:pt>
    <dgm:pt modelId="{891AAD93-89E7-4C63-87CA-749C82037C4A}" type="pres">
      <dgm:prSet presAssocID="{35AA7C8C-4170-4F14-83FF-8D74AF17AA31}" presName="dummyNode1" presStyleLbl="node1" presStyleIdx="5" presStyleCnt="8"/>
      <dgm:spPr/>
    </dgm:pt>
    <dgm:pt modelId="{CA32C1BF-AF0D-4691-A11C-20341305F3FB}" type="pres">
      <dgm:prSet presAssocID="{35AA7C8C-4170-4F14-83FF-8D74AF17AA31}" presName="childNode1" presStyleLbl="bgAcc1" presStyleIdx="6" presStyleCnt="8">
        <dgm:presLayoutVars>
          <dgm:bulletEnabled val="1"/>
        </dgm:presLayoutVars>
      </dgm:prSet>
      <dgm:spPr/>
    </dgm:pt>
    <dgm:pt modelId="{87DF7095-4716-4C54-B2E3-D3402EA08170}" type="pres">
      <dgm:prSet presAssocID="{35AA7C8C-4170-4F14-83FF-8D74AF17AA31}" presName="childNode1tx" presStyleLbl="bgAcc1" presStyleIdx="6" presStyleCnt="8">
        <dgm:presLayoutVars>
          <dgm:bulletEnabled val="1"/>
        </dgm:presLayoutVars>
      </dgm:prSet>
      <dgm:spPr/>
    </dgm:pt>
    <dgm:pt modelId="{EAEB743E-FDCF-4528-9F14-1C2EF13FABC0}" type="pres">
      <dgm:prSet presAssocID="{35AA7C8C-4170-4F14-83FF-8D74AF17AA31}" presName="parentNode1" presStyleLbl="node1" presStyleIdx="6" presStyleCnt="8">
        <dgm:presLayoutVars>
          <dgm:chMax val="1"/>
          <dgm:bulletEnabled val="1"/>
        </dgm:presLayoutVars>
      </dgm:prSet>
      <dgm:spPr/>
    </dgm:pt>
    <dgm:pt modelId="{26E62851-4A7E-402C-9D96-1F6DF3AC3FB3}" type="pres">
      <dgm:prSet presAssocID="{35AA7C8C-4170-4F14-83FF-8D74AF17AA31}" presName="connSite1" presStyleCnt="0"/>
      <dgm:spPr/>
    </dgm:pt>
    <dgm:pt modelId="{33954CE0-91C1-4B02-9166-7832DBA27ADD}" type="pres">
      <dgm:prSet presAssocID="{CAD68204-041E-4653-B3DD-99DDD315B9C2}" presName="Name9" presStyleLbl="sibTrans2D1" presStyleIdx="6" presStyleCnt="7"/>
      <dgm:spPr/>
    </dgm:pt>
    <dgm:pt modelId="{DA9F5F62-504B-44A8-944E-59711673EF8E}" type="pres">
      <dgm:prSet presAssocID="{936B6493-EA5C-481F-94BB-C0BC30AF26DF}" presName="composite2" presStyleCnt="0"/>
      <dgm:spPr/>
    </dgm:pt>
    <dgm:pt modelId="{D091520E-319B-49BE-93B7-40685D9AAF1D}" type="pres">
      <dgm:prSet presAssocID="{936B6493-EA5C-481F-94BB-C0BC30AF26DF}" presName="dummyNode2" presStyleLbl="node1" presStyleIdx="6" presStyleCnt="8"/>
      <dgm:spPr/>
    </dgm:pt>
    <dgm:pt modelId="{18C482BB-DEBB-48CB-A230-67EF8A8C0A12}" type="pres">
      <dgm:prSet presAssocID="{936B6493-EA5C-481F-94BB-C0BC30AF26DF}" presName="childNode2" presStyleLbl="bgAcc1" presStyleIdx="7" presStyleCnt="8">
        <dgm:presLayoutVars>
          <dgm:bulletEnabled val="1"/>
        </dgm:presLayoutVars>
      </dgm:prSet>
      <dgm:spPr/>
    </dgm:pt>
    <dgm:pt modelId="{9E5F282C-E6CB-4CA3-B90B-318EC9F01C87}" type="pres">
      <dgm:prSet presAssocID="{936B6493-EA5C-481F-94BB-C0BC30AF26DF}" presName="childNode2tx" presStyleLbl="bgAcc1" presStyleIdx="7" presStyleCnt="8">
        <dgm:presLayoutVars>
          <dgm:bulletEnabled val="1"/>
        </dgm:presLayoutVars>
      </dgm:prSet>
      <dgm:spPr/>
    </dgm:pt>
    <dgm:pt modelId="{087AD412-890F-41DB-87B9-4AC8F0943AC3}" type="pres">
      <dgm:prSet presAssocID="{936B6493-EA5C-481F-94BB-C0BC30AF26DF}" presName="parentNode2" presStyleLbl="node1" presStyleIdx="7" presStyleCnt="8">
        <dgm:presLayoutVars>
          <dgm:chMax val="0"/>
          <dgm:bulletEnabled val="1"/>
        </dgm:presLayoutVars>
      </dgm:prSet>
      <dgm:spPr/>
    </dgm:pt>
    <dgm:pt modelId="{5BB2DBC4-D95F-422F-82C4-EDA138A72187}" type="pres">
      <dgm:prSet presAssocID="{936B6493-EA5C-481F-94BB-C0BC30AF26DF}" presName="connSite2" presStyleCnt="0"/>
      <dgm:spPr/>
    </dgm:pt>
  </dgm:ptLst>
  <dgm:cxnLst>
    <dgm:cxn modelId="{F25A3F03-FEFA-49B2-9CA8-268AA9D8A3C5}" srcId="{949EFD23-7A8A-4E82-A512-50A595C96722}" destId="{104481AB-BC79-4D3A-9697-92DA43DBC542}" srcOrd="0" destOrd="0" parTransId="{7A2B2302-CDF6-4D75-9FB9-C3E301E0A19C}" sibTransId="{12F69D13-84F4-4785-8FCF-C6A4A4BA1727}"/>
    <dgm:cxn modelId="{5DA60A0F-613B-44A7-A121-E1879E7AC603}" srcId="{936B6493-EA5C-481F-94BB-C0BC30AF26DF}" destId="{479B9FF7-CFB7-4697-9DE4-37C7DB0E3655}" srcOrd="0" destOrd="0" parTransId="{41279784-4D0C-4A40-A40C-FC4D9D69BD37}" sibTransId="{B5B74957-2CDF-44E3-8856-3B3BC57230CB}"/>
    <dgm:cxn modelId="{2BDA4914-AF7B-4486-8E18-2534829753C3}" type="presOf" srcId="{AD2485CA-BDF9-4737-A536-D44F6B9363C4}" destId="{87DF7095-4716-4C54-B2E3-D3402EA08170}" srcOrd="1" destOrd="0" presId="urn:microsoft.com/office/officeart/2005/8/layout/hProcess4"/>
    <dgm:cxn modelId="{4F9FFB16-5559-4A84-A4D6-0C2B1BAAAFBE}" type="presOf" srcId="{479B9FF7-CFB7-4697-9DE4-37C7DB0E3655}" destId="{9E5F282C-E6CB-4CA3-B90B-318EC9F01C87}" srcOrd="1" destOrd="0" presId="urn:microsoft.com/office/officeart/2005/8/layout/hProcess4"/>
    <dgm:cxn modelId="{E47B701C-93E8-4505-A9BB-6938CDDE4C5E}" type="presOf" srcId="{0825B475-CB02-45F9-9B9B-9154DE59918A}" destId="{E60D8F84-0154-4499-A0BC-C37D4A42D53A}" srcOrd="0" destOrd="0" presId="urn:microsoft.com/office/officeart/2005/8/layout/hProcess4"/>
    <dgm:cxn modelId="{F7078428-9A42-41BD-BF52-F41B4FB3BAC7}" srcId="{66BAFFBC-E3BA-4DBE-A5B7-C5EA06AC5E4E}" destId="{936B6493-EA5C-481F-94BB-C0BC30AF26DF}" srcOrd="7" destOrd="0" parTransId="{44D897B9-D396-42B8-B280-319B8125425F}" sibTransId="{A3B3A473-BB13-44A6-ABA6-6312FFE0CC75}"/>
    <dgm:cxn modelId="{CA7F4D3C-A9D9-4FD9-9243-077129D05FF2}" type="presOf" srcId="{479B9FF7-CFB7-4697-9DE4-37C7DB0E3655}" destId="{18C482BB-DEBB-48CB-A230-67EF8A8C0A12}" srcOrd="0" destOrd="0" presId="urn:microsoft.com/office/officeart/2005/8/layout/hProcess4"/>
    <dgm:cxn modelId="{1327BF40-83F3-462C-955C-8433AA7238C1}" srcId="{66BAFFBC-E3BA-4DBE-A5B7-C5EA06AC5E4E}" destId="{35AA7C8C-4170-4F14-83FF-8D74AF17AA31}" srcOrd="6" destOrd="0" parTransId="{21125792-B16E-43A6-BBF5-FC683CEB4D0B}" sibTransId="{CAD68204-041E-4653-B3DD-99DDD315B9C2}"/>
    <dgm:cxn modelId="{81F86743-CF61-4822-95BB-BCEFF1A9412D}" type="presOf" srcId="{CAD68204-041E-4653-B3DD-99DDD315B9C2}" destId="{33954CE0-91C1-4B02-9166-7832DBA27ADD}" srcOrd="0" destOrd="0" presId="urn:microsoft.com/office/officeart/2005/8/layout/hProcess4"/>
    <dgm:cxn modelId="{24BFFB64-34E7-45D1-B98A-FBC0F8E6CA05}" type="presOf" srcId="{14092DE2-E01C-447F-9A6D-140E36016B13}" destId="{4598C570-BF39-4986-ABEC-AC28925AC6EC}" srcOrd="0" destOrd="0" presId="urn:microsoft.com/office/officeart/2005/8/layout/hProcess4"/>
    <dgm:cxn modelId="{CB1FC247-25CA-4334-AA9D-E1372A92D169}" type="presOf" srcId="{936B6493-EA5C-481F-94BB-C0BC30AF26DF}" destId="{087AD412-890F-41DB-87B9-4AC8F0943AC3}" srcOrd="0" destOrd="0" presId="urn:microsoft.com/office/officeart/2005/8/layout/hProcess4"/>
    <dgm:cxn modelId="{61C8604A-5570-4808-9F7C-59302C17DBD2}" type="presOf" srcId="{1947CCD4-9862-4ABF-ADA6-668A615313AF}" destId="{FEB36EBC-2978-4F6C-A256-0A7028BD8E6B}" srcOrd="0" destOrd="0" presId="urn:microsoft.com/office/officeart/2005/8/layout/hProcess4"/>
    <dgm:cxn modelId="{D6A9766A-7A95-447B-8784-EDEA47CA7578}" type="presOf" srcId="{AD90C2CB-7EF0-4C59-B40D-58E0C7D2AE97}" destId="{19138755-9DD8-4146-ABE1-497ECF759CA3}" srcOrd="0" destOrd="0" presId="urn:microsoft.com/office/officeart/2005/8/layout/hProcess4"/>
    <dgm:cxn modelId="{5123C76A-4D86-4ADD-9D99-17F572EA1D60}" srcId="{98CD1465-1AEB-4D69-9E16-18022CC835A6}" destId="{DD0B8E3A-8924-4D51-90D3-66889BD27BD3}" srcOrd="0" destOrd="0" parTransId="{B83F6A49-321B-44BF-9C0E-401A6C1CF004}" sibTransId="{1613EB73-2B54-4D76-A64A-04435B37E1DB}"/>
    <dgm:cxn modelId="{A7B07F4C-BF25-4E27-9AB4-EA030F3FC147}" type="presOf" srcId="{1B786BCB-610D-4E00-9E9E-F01663FF6BFF}" destId="{42EB607E-05A3-462E-B8A9-9E5D44B9B3FC}" srcOrd="0" destOrd="0" presId="urn:microsoft.com/office/officeart/2005/8/layout/hProcess4"/>
    <dgm:cxn modelId="{BFFED86E-9C85-4CAF-B7BF-65F2D17C4A65}" type="presOf" srcId="{F9C525BB-B065-4575-84B8-E4880BD10182}" destId="{61F80C95-D0EE-4DA0-A9B6-2C4F51D7F4CB}" srcOrd="1" destOrd="0" presId="urn:microsoft.com/office/officeart/2005/8/layout/hProcess4"/>
    <dgm:cxn modelId="{0B602C53-7E74-451C-84EC-82153CD74340}" type="presOf" srcId="{949EFD23-7A8A-4E82-A512-50A595C96722}" destId="{D9122300-F7EF-4570-BDF3-81D5F3501DAB}" srcOrd="0" destOrd="0" presId="urn:microsoft.com/office/officeart/2005/8/layout/hProcess4"/>
    <dgm:cxn modelId="{E6B14B5A-9419-48FF-9282-4DD810CFBBEA}" srcId="{66BAFFBC-E3BA-4DBE-A5B7-C5EA06AC5E4E}" destId="{98CD1465-1AEB-4D69-9E16-18022CC835A6}" srcOrd="1" destOrd="0" parTransId="{12AEA984-7AE2-42B7-AA92-240AF59971ED}" sibTransId="{DC35E7FC-0098-4D15-A818-09AD5777DDEF}"/>
    <dgm:cxn modelId="{97BAA57B-D4E9-4059-A841-9620D771EDAB}" srcId="{0AA350E1-32B8-461F-8585-AB1B27EE3467}" destId="{F9C525BB-B065-4575-84B8-E4880BD10182}" srcOrd="0" destOrd="0" parTransId="{F0EF5B14-923E-44CB-BACF-2ABF325A0477}" sibTransId="{DB8C05CE-D396-4A82-8F2D-B086F0F33C93}"/>
    <dgm:cxn modelId="{66B5A57D-5AB3-41E4-8466-663B9A4CF9C0}" srcId="{66BAFFBC-E3BA-4DBE-A5B7-C5EA06AC5E4E}" destId="{1B786BCB-610D-4E00-9E9E-F01663FF6BFF}" srcOrd="3" destOrd="0" parTransId="{CE9A436E-738D-41AB-BC2A-20501CAC7F72}" sibTransId="{C2DB4BA2-1F5E-4711-9177-C87D8A01B5E8}"/>
    <dgm:cxn modelId="{E25F187E-5D66-4650-9D6B-6430D607AE43}" type="presOf" srcId="{6C640053-E901-458D-BC30-6B19CEFB04CB}" destId="{09347C92-E92E-4081-9777-B6062EC098AE}" srcOrd="1" destOrd="0" presId="urn:microsoft.com/office/officeart/2005/8/layout/hProcess4"/>
    <dgm:cxn modelId="{B2931A82-5095-45E7-8710-E3013C04C69A}" type="presOf" srcId="{92A84FC5-FE9C-4C4C-AC4B-C996411B90C2}" destId="{D79246BA-B24F-400F-9167-B1766F252C7D}" srcOrd="1" destOrd="0" presId="urn:microsoft.com/office/officeart/2005/8/layout/hProcess4"/>
    <dgm:cxn modelId="{BDBBFB84-8ECF-483E-BC9D-6BD298211482}" type="presOf" srcId="{92A84FC5-FE9C-4C4C-AC4B-C996411B90C2}" destId="{1734E8AA-89A5-47E9-BC05-4CFCE5A23986}" srcOrd="0" destOrd="0" presId="urn:microsoft.com/office/officeart/2005/8/layout/hProcess4"/>
    <dgm:cxn modelId="{EB21F585-83BD-40E6-8313-F56FFBC3C874}" srcId="{0825B475-CB02-45F9-9B9B-9154DE59918A}" destId="{6C640053-E901-458D-BC30-6B19CEFB04CB}" srcOrd="0" destOrd="0" parTransId="{87F3F9FE-3047-4F7B-9BE9-0CC2A84FFBAF}" sibTransId="{0310D709-1A29-4F27-847A-27FEE6AE658A}"/>
    <dgm:cxn modelId="{ACFC088E-C04F-4F1A-B9B9-C98ABDC12339}" type="presOf" srcId="{98CD1465-1AEB-4D69-9E16-18022CC835A6}" destId="{3D5B7B87-28E8-4990-98A7-B54459167256}" srcOrd="0" destOrd="0" presId="urn:microsoft.com/office/officeart/2005/8/layout/hProcess4"/>
    <dgm:cxn modelId="{FC696E94-6836-4481-908B-0CAEE576F9E4}" type="presOf" srcId="{35AA7C8C-4170-4F14-83FF-8D74AF17AA31}" destId="{EAEB743E-FDCF-4528-9F14-1C2EF13FABC0}" srcOrd="0" destOrd="0" presId="urn:microsoft.com/office/officeart/2005/8/layout/hProcess4"/>
    <dgm:cxn modelId="{EC002AA3-EF87-43DA-BA08-CDD1AD9D6FC4}" type="presOf" srcId="{7EDF3838-4E7E-40F5-9084-1DF7D0C6ED7C}" destId="{6BDF08CF-81F1-4A15-8135-E352CDB3F4BB}" srcOrd="0" destOrd="0" presId="urn:microsoft.com/office/officeart/2005/8/layout/hProcess4"/>
    <dgm:cxn modelId="{7AF410AE-13E8-4620-B4D3-EE82B03CF73B}" srcId="{66BAFFBC-E3BA-4DBE-A5B7-C5EA06AC5E4E}" destId="{0AA350E1-32B8-461F-8585-AB1B27EE3467}" srcOrd="4" destOrd="0" parTransId="{2E752532-2CD1-48F5-94AB-2E4E7A185AF4}" sibTransId="{3A346F12-B8E0-49BB-86F5-85EBB0FB47A3}"/>
    <dgm:cxn modelId="{065647AE-89E4-4086-9BB7-A87F7A098D18}" srcId="{35AA7C8C-4170-4F14-83FF-8D74AF17AA31}" destId="{AD2485CA-BDF9-4737-A536-D44F6B9363C4}" srcOrd="0" destOrd="0" parTransId="{5B3C4034-1601-4575-9158-0864DD1B7506}" sibTransId="{BC5D865A-B57D-4A30-AD91-77EDB0D0B3B2}"/>
    <dgm:cxn modelId="{50BF1AB1-6CD7-4A09-8154-C797CC13B948}" type="presOf" srcId="{DD0B8E3A-8924-4D51-90D3-66889BD27BD3}" destId="{127E141A-4119-4FEB-ADB7-6D67507F8A91}" srcOrd="1" destOrd="0" presId="urn:microsoft.com/office/officeart/2005/8/layout/hProcess4"/>
    <dgm:cxn modelId="{27554AB1-ACE7-4FF4-9BBC-D7D592A0CB1E}" srcId="{66BAFFBC-E3BA-4DBE-A5B7-C5EA06AC5E4E}" destId="{949EFD23-7A8A-4E82-A512-50A595C96722}" srcOrd="2" destOrd="0" parTransId="{DD4B2E15-4E6C-44A1-AC07-7499F0F6857E}" sibTransId="{CFBBF388-1CF4-421C-B9C8-B960785CF252}"/>
    <dgm:cxn modelId="{4CF77BB5-43EA-4FA6-91A7-514730F59482}" type="presOf" srcId="{3A346F12-B8E0-49BB-86F5-85EBB0FB47A3}" destId="{E4F7ED0B-7D78-46C7-825D-F18BBC1EE17E}" srcOrd="0" destOrd="0" presId="urn:microsoft.com/office/officeart/2005/8/layout/hProcess4"/>
    <dgm:cxn modelId="{C645C8BA-425F-42AF-8CC2-8ACE65D40D1B}" type="presOf" srcId="{C2DB4BA2-1F5E-4711-9177-C87D8A01B5E8}" destId="{CA9C4F5D-0F67-475C-9307-5C9706E56804}" srcOrd="0" destOrd="0" presId="urn:microsoft.com/office/officeart/2005/8/layout/hProcess4"/>
    <dgm:cxn modelId="{DDAEA1BC-7C50-411A-9AF7-77CEFCC2C030}" type="presOf" srcId="{0AA350E1-32B8-461F-8585-AB1B27EE3467}" destId="{B5602B60-54D4-413D-BDCE-685E3BA54F2A}" srcOrd="0" destOrd="0" presId="urn:microsoft.com/office/officeart/2005/8/layout/hProcess4"/>
    <dgm:cxn modelId="{215891BD-A2D9-4236-8CAD-DCBDDC57D520}" type="presOf" srcId="{66BAFFBC-E3BA-4DBE-A5B7-C5EA06AC5E4E}" destId="{7897349C-BCA2-4F62-9099-2118C5C925EA}" srcOrd="0" destOrd="0" presId="urn:microsoft.com/office/officeart/2005/8/layout/hProcess4"/>
    <dgm:cxn modelId="{1BF78BBF-37B1-4958-A9E4-3241AC13BA24}" type="presOf" srcId="{DC35E7FC-0098-4D15-A818-09AD5777DDEF}" destId="{5324F488-2683-4F64-B170-8C2E4DE49395}" srcOrd="0" destOrd="0" presId="urn:microsoft.com/office/officeart/2005/8/layout/hProcess4"/>
    <dgm:cxn modelId="{9BFCD8C5-0634-4BDF-8E01-2AB672BF7E6C}" type="presOf" srcId="{DD0B8E3A-8924-4D51-90D3-66889BD27BD3}" destId="{2E7EC77E-A30C-46E2-88A6-FF94B670187E}" srcOrd="0" destOrd="0" presId="urn:microsoft.com/office/officeart/2005/8/layout/hProcess4"/>
    <dgm:cxn modelId="{15E089C8-4444-4690-B769-ABEF59E83DC1}" type="presOf" srcId="{6C640053-E901-458D-BC30-6B19CEFB04CB}" destId="{5A452302-8DF3-4757-8539-9D0DEB08A38A}" srcOrd="0" destOrd="0" presId="urn:microsoft.com/office/officeart/2005/8/layout/hProcess4"/>
    <dgm:cxn modelId="{892955D0-9DD3-47F5-9A9E-2C6C07333D31}" type="presOf" srcId="{AD2485CA-BDF9-4737-A536-D44F6B9363C4}" destId="{CA32C1BF-AF0D-4691-A11C-20341305F3FB}" srcOrd="0" destOrd="0" presId="urn:microsoft.com/office/officeart/2005/8/layout/hProcess4"/>
    <dgm:cxn modelId="{F9E162D2-B1FE-4ABA-A4D2-DA08F672B715}" srcId="{1B786BCB-610D-4E00-9E9E-F01663FF6BFF}" destId="{92A84FC5-FE9C-4C4C-AC4B-C996411B90C2}" srcOrd="0" destOrd="0" parTransId="{6E41253C-8535-4271-994C-EEB9D56F4402}" sibTransId="{F0E7DF26-3BBC-4D86-AD91-D15E00C4F435}"/>
    <dgm:cxn modelId="{AAE0D8D4-740B-4772-BA64-64122BB3A95D}" srcId="{66BAFFBC-E3BA-4DBE-A5B7-C5EA06AC5E4E}" destId="{1947CCD4-9862-4ABF-ADA6-668A615313AF}" srcOrd="0" destOrd="0" parTransId="{DCDEC47A-CE01-4844-819A-33682A07A095}" sibTransId="{7EDF3838-4E7E-40F5-9084-1DF7D0C6ED7C}"/>
    <dgm:cxn modelId="{89614ED9-5B2A-4CD7-AEA1-0A91CE273947}" srcId="{1947CCD4-9862-4ABF-ADA6-668A615313AF}" destId="{14092DE2-E01C-447F-9A6D-140E36016B13}" srcOrd="0" destOrd="0" parTransId="{7781E59B-7943-4555-8A86-6012C3106C3A}" sibTransId="{998FF80C-C8E1-4319-AEA9-3341B6C9E0CF}"/>
    <dgm:cxn modelId="{DC0F3EE8-C2E1-4A98-A3C2-3C23BB3E6630}" type="presOf" srcId="{104481AB-BC79-4D3A-9697-92DA43DBC542}" destId="{E052C995-0352-4D67-A345-CF81A0EDF639}" srcOrd="1" destOrd="0" presId="urn:microsoft.com/office/officeart/2005/8/layout/hProcess4"/>
    <dgm:cxn modelId="{D175A5E8-12C7-4A83-82D4-5B08AAFA349B}" type="presOf" srcId="{F9C525BB-B065-4575-84B8-E4880BD10182}" destId="{EED1583E-1D38-46DE-8996-C8D55B36E9CE}" srcOrd="0" destOrd="0" presId="urn:microsoft.com/office/officeart/2005/8/layout/hProcess4"/>
    <dgm:cxn modelId="{0C6C58EA-B183-4E5F-AC66-443B937405B0}" srcId="{66BAFFBC-E3BA-4DBE-A5B7-C5EA06AC5E4E}" destId="{0825B475-CB02-45F9-9B9B-9154DE59918A}" srcOrd="5" destOrd="0" parTransId="{72887FE9-C637-4595-A4E6-C4680D99E90C}" sibTransId="{AD90C2CB-7EF0-4C59-B40D-58E0C7D2AE97}"/>
    <dgm:cxn modelId="{EDFA18F1-17A6-4EB8-B4A5-CEC019D784E9}" type="presOf" srcId="{CFBBF388-1CF4-421C-B9C8-B960785CF252}" destId="{B0B72B3A-A03D-410F-9FD5-84EA135AB590}" srcOrd="0" destOrd="0" presId="urn:microsoft.com/office/officeart/2005/8/layout/hProcess4"/>
    <dgm:cxn modelId="{4D0C9FF1-90EA-499E-A21F-B43F7E998AC2}" type="presOf" srcId="{14092DE2-E01C-447F-9A6D-140E36016B13}" destId="{77D97104-0CB9-4DAF-9052-321D21E36F5D}" srcOrd="1" destOrd="0" presId="urn:microsoft.com/office/officeart/2005/8/layout/hProcess4"/>
    <dgm:cxn modelId="{5AA527F2-8150-47F5-A00C-CAF151CE31F0}" type="presOf" srcId="{104481AB-BC79-4D3A-9697-92DA43DBC542}" destId="{352CF4FD-D249-4DF2-A642-5B009D86E76E}" srcOrd="0" destOrd="0" presId="urn:microsoft.com/office/officeart/2005/8/layout/hProcess4"/>
    <dgm:cxn modelId="{E2E6B968-85A3-4354-AD14-CA93969E180E}" type="presParOf" srcId="{7897349C-BCA2-4F62-9099-2118C5C925EA}" destId="{9E9615AE-1A8D-4496-B45A-C3875B94AEB7}" srcOrd="0" destOrd="0" presId="urn:microsoft.com/office/officeart/2005/8/layout/hProcess4"/>
    <dgm:cxn modelId="{9751374E-6EDB-42FC-A01E-0A50D71DFE58}" type="presParOf" srcId="{7897349C-BCA2-4F62-9099-2118C5C925EA}" destId="{A30CE98E-CEA7-4195-A206-24383FEDAA13}" srcOrd="1" destOrd="0" presId="urn:microsoft.com/office/officeart/2005/8/layout/hProcess4"/>
    <dgm:cxn modelId="{99E0FB16-AE44-40CC-804F-90F56925AB02}" type="presParOf" srcId="{7897349C-BCA2-4F62-9099-2118C5C925EA}" destId="{B5CA7B68-287D-4631-8E82-8A943BC81A09}" srcOrd="2" destOrd="0" presId="urn:microsoft.com/office/officeart/2005/8/layout/hProcess4"/>
    <dgm:cxn modelId="{C4DA9C37-8527-48AE-92DC-93A84D4A5F4E}" type="presParOf" srcId="{B5CA7B68-287D-4631-8E82-8A943BC81A09}" destId="{07A472EA-26FA-478B-82E8-02BF60DC4775}" srcOrd="0" destOrd="0" presId="urn:microsoft.com/office/officeart/2005/8/layout/hProcess4"/>
    <dgm:cxn modelId="{3DFD0175-280D-4016-8969-B89E8AB30B1F}" type="presParOf" srcId="{07A472EA-26FA-478B-82E8-02BF60DC4775}" destId="{EBB88DB3-8AE8-4333-A66E-60AADD1F8CE0}" srcOrd="0" destOrd="0" presId="urn:microsoft.com/office/officeart/2005/8/layout/hProcess4"/>
    <dgm:cxn modelId="{9312AFE3-67FB-4CE8-99AD-E99B46D549BA}" type="presParOf" srcId="{07A472EA-26FA-478B-82E8-02BF60DC4775}" destId="{4598C570-BF39-4986-ABEC-AC28925AC6EC}" srcOrd="1" destOrd="0" presId="urn:microsoft.com/office/officeart/2005/8/layout/hProcess4"/>
    <dgm:cxn modelId="{7F5534C1-FD8B-4578-A5D4-EED4D18D1956}" type="presParOf" srcId="{07A472EA-26FA-478B-82E8-02BF60DC4775}" destId="{77D97104-0CB9-4DAF-9052-321D21E36F5D}" srcOrd="2" destOrd="0" presId="urn:microsoft.com/office/officeart/2005/8/layout/hProcess4"/>
    <dgm:cxn modelId="{5F3F8FBC-E3AA-42F7-88E4-6E14FDED1CEF}" type="presParOf" srcId="{07A472EA-26FA-478B-82E8-02BF60DC4775}" destId="{FEB36EBC-2978-4F6C-A256-0A7028BD8E6B}" srcOrd="3" destOrd="0" presId="urn:microsoft.com/office/officeart/2005/8/layout/hProcess4"/>
    <dgm:cxn modelId="{B7EA5780-7C79-47AB-ADB7-7BF21F4E8E70}" type="presParOf" srcId="{07A472EA-26FA-478B-82E8-02BF60DC4775}" destId="{DC9F1099-C757-4956-82FA-52972FE408E0}" srcOrd="4" destOrd="0" presId="urn:microsoft.com/office/officeart/2005/8/layout/hProcess4"/>
    <dgm:cxn modelId="{82B3E482-B5AD-4002-9002-07DBCE7246AD}" type="presParOf" srcId="{B5CA7B68-287D-4631-8E82-8A943BC81A09}" destId="{6BDF08CF-81F1-4A15-8135-E352CDB3F4BB}" srcOrd="1" destOrd="0" presId="urn:microsoft.com/office/officeart/2005/8/layout/hProcess4"/>
    <dgm:cxn modelId="{38D35241-E231-4E9A-8209-9245BFC55604}" type="presParOf" srcId="{B5CA7B68-287D-4631-8E82-8A943BC81A09}" destId="{A070F575-FD9D-4B5C-8E0C-D8C8D6F15898}" srcOrd="2" destOrd="0" presId="urn:microsoft.com/office/officeart/2005/8/layout/hProcess4"/>
    <dgm:cxn modelId="{BFF0BB93-AE0D-4B00-AF07-A041F0B25893}" type="presParOf" srcId="{A070F575-FD9D-4B5C-8E0C-D8C8D6F15898}" destId="{7BD6D3F6-00DF-4AAF-8601-3DB90172A0E5}" srcOrd="0" destOrd="0" presId="urn:microsoft.com/office/officeart/2005/8/layout/hProcess4"/>
    <dgm:cxn modelId="{E1D6ACE3-83C5-4D87-A88A-751F998DC1E1}" type="presParOf" srcId="{A070F575-FD9D-4B5C-8E0C-D8C8D6F15898}" destId="{2E7EC77E-A30C-46E2-88A6-FF94B670187E}" srcOrd="1" destOrd="0" presId="urn:microsoft.com/office/officeart/2005/8/layout/hProcess4"/>
    <dgm:cxn modelId="{26E20251-0EF2-4A2D-9C17-9646927BC410}" type="presParOf" srcId="{A070F575-FD9D-4B5C-8E0C-D8C8D6F15898}" destId="{127E141A-4119-4FEB-ADB7-6D67507F8A91}" srcOrd="2" destOrd="0" presId="urn:microsoft.com/office/officeart/2005/8/layout/hProcess4"/>
    <dgm:cxn modelId="{59B09899-AA18-4C8D-9856-F2557B6114E2}" type="presParOf" srcId="{A070F575-FD9D-4B5C-8E0C-D8C8D6F15898}" destId="{3D5B7B87-28E8-4990-98A7-B54459167256}" srcOrd="3" destOrd="0" presId="urn:microsoft.com/office/officeart/2005/8/layout/hProcess4"/>
    <dgm:cxn modelId="{98107D2F-9CD6-4A66-9DB2-FB413D438F25}" type="presParOf" srcId="{A070F575-FD9D-4B5C-8E0C-D8C8D6F15898}" destId="{D7208A92-6AA9-4FFB-A361-1C964BF60BDC}" srcOrd="4" destOrd="0" presId="urn:microsoft.com/office/officeart/2005/8/layout/hProcess4"/>
    <dgm:cxn modelId="{7E4C954C-7BA0-451C-BDFD-C6CC010CFE94}" type="presParOf" srcId="{B5CA7B68-287D-4631-8E82-8A943BC81A09}" destId="{5324F488-2683-4F64-B170-8C2E4DE49395}" srcOrd="3" destOrd="0" presId="urn:microsoft.com/office/officeart/2005/8/layout/hProcess4"/>
    <dgm:cxn modelId="{CD36ED8C-C5F3-4645-9597-E1AC0876DE1E}" type="presParOf" srcId="{B5CA7B68-287D-4631-8E82-8A943BC81A09}" destId="{6BD6E134-BBB0-4DAF-995B-24293F6A8CC9}" srcOrd="4" destOrd="0" presId="urn:microsoft.com/office/officeart/2005/8/layout/hProcess4"/>
    <dgm:cxn modelId="{20394A37-C1E9-4848-9F48-7D89CF44DC8D}" type="presParOf" srcId="{6BD6E134-BBB0-4DAF-995B-24293F6A8CC9}" destId="{C37D179A-A633-4163-B39B-E87216ECEAAF}" srcOrd="0" destOrd="0" presId="urn:microsoft.com/office/officeart/2005/8/layout/hProcess4"/>
    <dgm:cxn modelId="{383C3298-C76A-4CFB-BA65-9D9560241D7E}" type="presParOf" srcId="{6BD6E134-BBB0-4DAF-995B-24293F6A8CC9}" destId="{352CF4FD-D249-4DF2-A642-5B009D86E76E}" srcOrd="1" destOrd="0" presId="urn:microsoft.com/office/officeart/2005/8/layout/hProcess4"/>
    <dgm:cxn modelId="{11BCC462-361F-482A-8588-F4342EA4433D}" type="presParOf" srcId="{6BD6E134-BBB0-4DAF-995B-24293F6A8CC9}" destId="{E052C995-0352-4D67-A345-CF81A0EDF639}" srcOrd="2" destOrd="0" presId="urn:microsoft.com/office/officeart/2005/8/layout/hProcess4"/>
    <dgm:cxn modelId="{0E69DFB5-3F7F-4A32-87CE-C05E515FE011}" type="presParOf" srcId="{6BD6E134-BBB0-4DAF-995B-24293F6A8CC9}" destId="{D9122300-F7EF-4570-BDF3-81D5F3501DAB}" srcOrd="3" destOrd="0" presId="urn:microsoft.com/office/officeart/2005/8/layout/hProcess4"/>
    <dgm:cxn modelId="{139104BC-C8BE-4455-8083-012EBED6563B}" type="presParOf" srcId="{6BD6E134-BBB0-4DAF-995B-24293F6A8CC9}" destId="{AC64947E-1F7B-48EE-A134-417220114C51}" srcOrd="4" destOrd="0" presId="urn:microsoft.com/office/officeart/2005/8/layout/hProcess4"/>
    <dgm:cxn modelId="{18893A0C-ACAF-4FDE-9023-E8BB461F771B}" type="presParOf" srcId="{B5CA7B68-287D-4631-8E82-8A943BC81A09}" destId="{B0B72B3A-A03D-410F-9FD5-84EA135AB590}" srcOrd="5" destOrd="0" presId="urn:microsoft.com/office/officeart/2005/8/layout/hProcess4"/>
    <dgm:cxn modelId="{315DE318-C40D-434A-832F-6631A0AB2421}" type="presParOf" srcId="{B5CA7B68-287D-4631-8E82-8A943BC81A09}" destId="{E21F9CA4-2142-4CA0-AC88-265F9E56366E}" srcOrd="6" destOrd="0" presId="urn:microsoft.com/office/officeart/2005/8/layout/hProcess4"/>
    <dgm:cxn modelId="{0157677D-895D-4E98-B8A2-955E27C0AA38}" type="presParOf" srcId="{E21F9CA4-2142-4CA0-AC88-265F9E56366E}" destId="{FAB1624D-84FD-4FA3-B95B-66DE6733438A}" srcOrd="0" destOrd="0" presId="urn:microsoft.com/office/officeart/2005/8/layout/hProcess4"/>
    <dgm:cxn modelId="{6E650B20-89D3-4BB9-B036-2F6C4D7D0C10}" type="presParOf" srcId="{E21F9CA4-2142-4CA0-AC88-265F9E56366E}" destId="{1734E8AA-89A5-47E9-BC05-4CFCE5A23986}" srcOrd="1" destOrd="0" presId="urn:microsoft.com/office/officeart/2005/8/layout/hProcess4"/>
    <dgm:cxn modelId="{BB585546-389A-4359-9C96-9C0762855B16}" type="presParOf" srcId="{E21F9CA4-2142-4CA0-AC88-265F9E56366E}" destId="{D79246BA-B24F-400F-9167-B1766F252C7D}" srcOrd="2" destOrd="0" presId="urn:microsoft.com/office/officeart/2005/8/layout/hProcess4"/>
    <dgm:cxn modelId="{0BB4A0F9-4F05-490A-86C2-CF417C78A1B4}" type="presParOf" srcId="{E21F9CA4-2142-4CA0-AC88-265F9E56366E}" destId="{42EB607E-05A3-462E-B8A9-9E5D44B9B3FC}" srcOrd="3" destOrd="0" presId="urn:microsoft.com/office/officeart/2005/8/layout/hProcess4"/>
    <dgm:cxn modelId="{D9F89CD3-D8F0-472F-845E-EA8067BF2EDF}" type="presParOf" srcId="{E21F9CA4-2142-4CA0-AC88-265F9E56366E}" destId="{35E9005F-B089-48AE-8F88-B767C8E7F377}" srcOrd="4" destOrd="0" presId="urn:microsoft.com/office/officeart/2005/8/layout/hProcess4"/>
    <dgm:cxn modelId="{C009B749-4144-49AB-BA95-1A301C79BCB1}" type="presParOf" srcId="{B5CA7B68-287D-4631-8E82-8A943BC81A09}" destId="{CA9C4F5D-0F67-475C-9307-5C9706E56804}" srcOrd="7" destOrd="0" presId="urn:microsoft.com/office/officeart/2005/8/layout/hProcess4"/>
    <dgm:cxn modelId="{FEFB7E6B-3CDC-434A-8FCB-75A52092FEF9}" type="presParOf" srcId="{B5CA7B68-287D-4631-8E82-8A943BC81A09}" destId="{298B3868-7DC7-43FD-BA53-6E8E5A741FBE}" srcOrd="8" destOrd="0" presId="urn:microsoft.com/office/officeart/2005/8/layout/hProcess4"/>
    <dgm:cxn modelId="{A1236598-CBE9-4439-9D2E-91C3E0099070}" type="presParOf" srcId="{298B3868-7DC7-43FD-BA53-6E8E5A741FBE}" destId="{44584354-5C66-4936-876A-DC3436B24112}" srcOrd="0" destOrd="0" presId="urn:microsoft.com/office/officeart/2005/8/layout/hProcess4"/>
    <dgm:cxn modelId="{7AB6F7A7-9ED0-4347-9804-45DC5EAA6659}" type="presParOf" srcId="{298B3868-7DC7-43FD-BA53-6E8E5A741FBE}" destId="{EED1583E-1D38-46DE-8996-C8D55B36E9CE}" srcOrd="1" destOrd="0" presId="urn:microsoft.com/office/officeart/2005/8/layout/hProcess4"/>
    <dgm:cxn modelId="{0DF6E582-4A85-4EEF-B281-AA2B912F8542}" type="presParOf" srcId="{298B3868-7DC7-43FD-BA53-6E8E5A741FBE}" destId="{61F80C95-D0EE-4DA0-A9B6-2C4F51D7F4CB}" srcOrd="2" destOrd="0" presId="urn:microsoft.com/office/officeart/2005/8/layout/hProcess4"/>
    <dgm:cxn modelId="{A26D4A0A-DE3A-4C3B-89EE-F3DDE9F9400E}" type="presParOf" srcId="{298B3868-7DC7-43FD-BA53-6E8E5A741FBE}" destId="{B5602B60-54D4-413D-BDCE-685E3BA54F2A}" srcOrd="3" destOrd="0" presId="urn:microsoft.com/office/officeart/2005/8/layout/hProcess4"/>
    <dgm:cxn modelId="{2351782F-83F3-4EE1-A795-F2741B7DFBA0}" type="presParOf" srcId="{298B3868-7DC7-43FD-BA53-6E8E5A741FBE}" destId="{AD1F8923-876D-401A-9AA2-C1056DA027AD}" srcOrd="4" destOrd="0" presId="urn:microsoft.com/office/officeart/2005/8/layout/hProcess4"/>
    <dgm:cxn modelId="{51C66673-9AD0-4E00-9A27-A01B27711086}" type="presParOf" srcId="{B5CA7B68-287D-4631-8E82-8A943BC81A09}" destId="{E4F7ED0B-7D78-46C7-825D-F18BBC1EE17E}" srcOrd="9" destOrd="0" presId="urn:microsoft.com/office/officeart/2005/8/layout/hProcess4"/>
    <dgm:cxn modelId="{7DA61D83-0F54-4A31-9B22-6429674B10E4}" type="presParOf" srcId="{B5CA7B68-287D-4631-8E82-8A943BC81A09}" destId="{4EC02EB1-D328-4475-8BA6-D9AD93583746}" srcOrd="10" destOrd="0" presId="urn:microsoft.com/office/officeart/2005/8/layout/hProcess4"/>
    <dgm:cxn modelId="{ACD99730-5C67-4563-9B71-7C6A52AEDD37}" type="presParOf" srcId="{4EC02EB1-D328-4475-8BA6-D9AD93583746}" destId="{DA364265-D0A4-471A-BF1F-E22F65BFB2AD}" srcOrd="0" destOrd="0" presId="urn:microsoft.com/office/officeart/2005/8/layout/hProcess4"/>
    <dgm:cxn modelId="{27602DB5-E2E9-4D42-BE13-C44ED9605692}" type="presParOf" srcId="{4EC02EB1-D328-4475-8BA6-D9AD93583746}" destId="{5A452302-8DF3-4757-8539-9D0DEB08A38A}" srcOrd="1" destOrd="0" presId="urn:microsoft.com/office/officeart/2005/8/layout/hProcess4"/>
    <dgm:cxn modelId="{4C22787D-35AE-45B8-BF50-90B2BD5DD8F4}" type="presParOf" srcId="{4EC02EB1-D328-4475-8BA6-D9AD93583746}" destId="{09347C92-E92E-4081-9777-B6062EC098AE}" srcOrd="2" destOrd="0" presId="urn:microsoft.com/office/officeart/2005/8/layout/hProcess4"/>
    <dgm:cxn modelId="{855E1E0C-0B6B-47EF-8AFF-FCF058977053}" type="presParOf" srcId="{4EC02EB1-D328-4475-8BA6-D9AD93583746}" destId="{E60D8F84-0154-4499-A0BC-C37D4A42D53A}" srcOrd="3" destOrd="0" presId="urn:microsoft.com/office/officeart/2005/8/layout/hProcess4"/>
    <dgm:cxn modelId="{68264973-FAF8-47F3-9D52-B0BF24566DD6}" type="presParOf" srcId="{4EC02EB1-D328-4475-8BA6-D9AD93583746}" destId="{705B5B3D-4147-4C05-B1ED-B169E5A7B4B8}" srcOrd="4" destOrd="0" presId="urn:microsoft.com/office/officeart/2005/8/layout/hProcess4"/>
    <dgm:cxn modelId="{FC7C3365-85C2-489B-99C7-FF61A42F0846}" type="presParOf" srcId="{B5CA7B68-287D-4631-8E82-8A943BC81A09}" destId="{19138755-9DD8-4146-ABE1-497ECF759CA3}" srcOrd="11" destOrd="0" presId="urn:microsoft.com/office/officeart/2005/8/layout/hProcess4"/>
    <dgm:cxn modelId="{53A077BF-E7A2-41DC-8C0F-61256A576385}" type="presParOf" srcId="{B5CA7B68-287D-4631-8E82-8A943BC81A09}" destId="{13F34FAC-1F59-45AB-9829-590D3B67E452}" srcOrd="12" destOrd="0" presId="urn:microsoft.com/office/officeart/2005/8/layout/hProcess4"/>
    <dgm:cxn modelId="{1DB02D3B-CBDD-4798-ACFF-6D686FE1A02C}" type="presParOf" srcId="{13F34FAC-1F59-45AB-9829-590D3B67E452}" destId="{891AAD93-89E7-4C63-87CA-749C82037C4A}" srcOrd="0" destOrd="0" presId="urn:microsoft.com/office/officeart/2005/8/layout/hProcess4"/>
    <dgm:cxn modelId="{88C589C2-F1B2-4D13-AAA2-F3D1E6D56098}" type="presParOf" srcId="{13F34FAC-1F59-45AB-9829-590D3B67E452}" destId="{CA32C1BF-AF0D-4691-A11C-20341305F3FB}" srcOrd="1" destOrd="0" presId="urn:microsoft.com/office/officeart/2005/8/layout/hProcess4"/>
    <dgm:cxn modelId="{CAFCABC9-FE02-498E-8DB7-12CFBB7964A8}" type="presParOf" srcId="{13F34FAC-1F59-45AB-9829-590D3B67E452}" destId="{87DF7095-4716-4C54-B2E3-D3402EA08170}" srcOrd="2" destOrd="0" presId="urn:microsoft.com/office/officeart/2005/8/layout/hProcess4"/>
    <dgm:cxn modelId="{9B244578-1984-4600-BBF7-C300D1649A88}" type="presParOf" srcId="{13F34FAC-1F59-45AB-9829-590D3B67E452}" destId="{EAEB743E-FDCF-4528-9F14-1C2EF13FABC0}" srcOrd="3" destOrd="0" presId="urn:microsoft.com/office/officeart/2005/8/layout/hProcess4"/>
    <dgm:cxn modelId="{34B1F652-DBD3-40A5-9563-84BB22991F0D}" type="presParOf" srcId="{13F34FAC-1F59-45AB-9829-590D3B67E452}" destId="{26E62851-4A7E-402C-9D96-1F6DF3AC3FB3}" srcOrd="4" destOrd="0" presId="urn:microsoft.com/office/officeart/2005/8/layout/hProcess4"/>
    <dgm:cxn modelId="{FF42CAA1-BCCB-4247-B173-8CC7211041F4}" type="presParOf" srcId="{B5CA7B68-287D-4631-8E82-8A943BC81A09}" destId="{33954CE0-91C1-4B02-9166-7832DBA27ADD}" srcOrd="13" destOrd="0" presId="urn:microsoft.com/office/officeart/2005/8/layout/hProcess4"/>
    <dgm:cxn modelId="{6C746C3C-B5FE-4358-9A7A-145894EB759A}" type="presParOf" srcId="{B5CA7B68-287D-4631-8E82-8A943BC81A09}" destId="{DA9F5F62-504B-44A8-944E-59711673EF8E}" srcOrd="14" destOrd="0" presId="urn:microsoft.com/office/officeart/2005/8/layout/hProcess4"/>
    <dgm:cxn modelId="{CFB149EF-FC57-4A59-B158-E9EEC73DC3B5}" type="presParOf" srcId="{DA9F5F62-504B-44A8-944E-59711673EF8E}" destId="{D091520E-319B-49BE-93B7-40685D9AAF1D}" srcOrd="0" destOrd="0" presId="urn:microsoft.com/office/officeart/2005/8/layout/hProcess4"/>
    <dgm:cxn modelId="{1A0C245B-D5A2-46C6-8B2D-D96FB002DFB2}" type="presParOf" srcId="{DA9F5F62-504B-44A8-944E-59711673EF8E}" destId="{18C482BB-DEBB-48CB-A230-67EF8A8C0A12}" srcOrd="1" destOrd="0" presId="urn:microsoft.com/office/officeart/2005/8/layout/hProcess4"/>
    <dgm:cxn modelId="{0C3A4DC3-80C0-4DC6-817C-7E9DE9775AB5}" type="presParOf" srcId="{DA9F5F62-504B-44A8-944E-59711673EF8E}" destId="{9E5F282C-E6CB-4CA3-B90B-318EC9F01C87}" srcOrd="2" destOrd="0" presId="urn:microsoft.com/office/officeart/2005/8/layout/hProcess4"/>
    <dgm:cxn modelId="{4EA6949B-C10B-4C9F-8DC9-715B73FB61A4}" type="presParOf" srcId="{DA9F5F62-504B-44A8-944E-59711673EF8E}" destId="{087AD412-890F-41DB-87B9-4AC8F0943AC3}" srcOrd="3" destOrd="0" presId="urn:microsoft.com/office/officeart/2005/8/layout/hProcess4"/>
    <dgm:cxn modelId="{620450B6-0272-43DB-B649-CAF0F7D2CAFE}" type="presParOf" srcId="{DA9F5F62-504B-44A8-944E-59711673EF8E}" destId="{5BB2DBC4-D95F-422F-82C4-EDA138A7218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BAFFBC-E3BA-4DBE-A5B7-C5EA06AC5E4E}" type="doc">
      <dgm:prSet loTypeId="urn:microsoft.com/office/officeart/2005/8/layout/hProcess4" loCatId="process" qsTypeId="urn:microsoft.com/office/officeart/2005/8/quickstyle/3d1" qsCatId="3D" csTypeId="urn:microsoft.com/office/officeart/2005/8/colors/accent1_2" csCatId="accent1" phldr="1"/>
      <dgm:spPr/>
    </dgm:pt>
    <dgm:pt modelId="{0825B475-CB02-45F9-9B9B-9154DE59918A}">
      <dgm:prSet phldrT="[文字]" custT="1"/>
      <dgm:spPr/>
      <dgm:t>
        <a:bodyPr/>
        <a:lstStyle/>
        <a:p>
          <a:r>
            <a:rPr lang="en-US" altLang="zh-TW" sz="1400" dirty="0"/>
            <a:t>digit-5</a:t>
          </a:r>
          <a:endParaRPr lang="zh-TW" altLang="en-US" sz="1400" dirty="0"/>
        </a:p>
      </dgm:t>
    </dgm:pt>
    <dgm:pt modelId="{72887FE9-C637-4595-A4E6-C4680D99E90C}" type="parTrans" cxnId="{0C6C58EA-B183-4E5F-AC66-443B937405B0}">
      <dgm:prSet/>
      <dgm:spPr/>
      <dgm:t>
        <a:bodyPr/>
        <a:lstStyle/>
        <a:p>
          <a:endParaRPr lang="zh-TW" altLang="en-US"/>
        </a:p>
      </dgm:t>
    </dgm:pt>
    <dgm:pt modelId="{AD90C2CB-7EF0-4C59-B40D-58E0C7D2AE97}" type="sibTrans" cxnId="{0C6C58EA-B183-4E5F-AC66-443B937405B0}">
      <dgm:prSet/>
      <dgm:spPr/>
      <dgm:t>
        <a:bodyPr/>
        <a:lstStyle/>
        <a:p>
          <a:endParaRPr lang="zh-TW" altLang="en-US"/>
        </a:p>
      </dgm:t>
    </dgm:pt>
    <dgm:pt modelId="{98CD1465-1AEB-4D69-9E16-18022CC835A6}">
      <dgm:prSet phldrT="[文字]" custT="1"/>
      <dgm:spPr/>
      <dgm:t>
        <a:bodyPr/>
        <a:lstStyle/>
        <a:p>
          <a:r>
            <a:rPr lang="en-US" altLang="zh-TW" sz="1400" dirty="0"/>
            <a:t>digit-1</a:t>
          </a:r>
          <a:endParaRPr lang="zh-TW" altLang="en-US" sz="1400" dirty="0"/>
        </a:p>
      </dgm:t>
    </dgm:pt>
    <dgm:pt modelId="{12AEA984-7AE2-42B7-AA92-240AF59971ED}" type="parTrans" cxnId="{E6B14B5A-9419-48FF-9282-4DD810CFBBEA}">
      <dgm:prSet/>
      <dgm:spPr/>
      <dgm:t>
        <a:bodyPr/>
        <a:lstStyle/>
        <a:p>
          <a:endParaRPr lang="zh-TW" altLang="en-US"/>
        </a:p>
      </dgm:t>
    </dgm:pt>
    <dgm:pt modelId="{DC35E7FC-0098-4D15-A818-09AD5777DDEF}" type="sibTrans" cxnId="{E6B14B5A-9419-48FF-9282-4DD810CFBBEA}">
      <dgm:prSet/>
      <dgm:spPr/>
      <dgm:t>
        <a:bodyPr/>
        <a:lstStyle/>
        <a:p>
          <a:endParaRPr lang="zh-TW" altLang="en-US"/>
        </a:p>
      </dgm:t>
    </dgm:pt>
    <dgm:pt modelId="{1B786BCB-610D-4E00-9E9E-F01663FF6BFF}">
      <dgm:prSet phldrT="[文字]" custT="1"/>
      <dgm:spPr/>
      <dgm:t>
        <a:bodyPr/>
        <a:lstStyle/>
        <a:p>
          <a:r>
            <a:rPr lang="en-US" altLang="zh-TW" sz="1400" dirty="0"/>
            <a:t>digit-3</a:t>
          </a:r>
          <a:endParaRPr lang="zh-TW" altLang="en-US" sz="1400" dirty="0"/>
        </a:p>
      </dgm:t>
    </dgm:pt>
    <dgm:pt modelId="{CE9A436E-738D-41AB-BC2A-20501CAC7F72}" type="parTrans" cxnId="{66B5A57D-5AB3-41E4-8466-663B9A4CF9C0}">
      <dgm:prSet/>
      <dgm:spPr/>
      <dgm:t>
        <a:bodyPr/>
        <a:lstStyle/>
        <a:p>
          <a:endParaRPr lang="zh-TW" altLang="en-US"/>
        </a:p>
      </dgm:t>
    </dgm:pt>
    <dgm:pt modelId="{C2DB4BA2-1F5E-4711-9177-C87D8A01B5E8}" type="sibTrans" cxnId="{66B5A57D-5AB3-41E4-8466-663B9A4CF9C0}">
      <dgm:prSet/>
      <dgm:spPr/>
      <dgm:t>
        <a:bodyPr/>
        <a:lstStyle/>
        <a:p>
          <a:endParaRPr lang="zh-TW" altLang="en-US"/>
        </a:p>
      </dgm:t>
    </dgm:pt>
    <dgm:pt modelId="{0AA350E1-32B8-461F-8585-AB1B27EE3467}">
      <dgm:prSet phldrT="[文字]" custT="1"/>
      <dgm:spPr/>
      <dgm:t>
        <a:bodyPr/>
        <a:lstStyle/>
        <a:p>
          <a:r>
            <a: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digit-4</a:t>
          </a:r>
          <a:endParaRPr lang="zh-TW" altLang="en-US" sz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E752532-2CD1-48F5-94AB-2E4E7A185AF4}" type="parTrans" cxnId="{7AF410AE-13E8-4620-B4D3-EE82B03CF73B}">
      <dgm:prSet/>
      <dgm:spPr/>
      <dgm:t>
        <a:bodyPr/>
        <a:lstStyle/>
        <a:p>
          <a:endParaRPr lang="zh-TW" altLang="en-US"/>
        </a:p>
      </dgm:t>
    </dgm:pt>
    <dgm:pt modelId="{3A346F12-B8E0-49BB-86F5-85EBB0FB47A3}" type="sibTrans" cxnId="{7AF410AE-13E8-4620-B4D3-EE82B03CF73B}">
      <dgm:prSet/>
      <dgm:spPr/>
      <dgm:t>
        <a:bodyPr/>
        <a:lstStyle/>
        <a:p>
          <a:endParaRPr lang="zh-TW" altLang="en-US"/>
        </a:p>
      </dgm:t>
    </dgm:pt>
    <dgm:pt modelId="{949EFD23-7A8A-4E82-A512-50A595C96722}">
      <dgm:prSet custT="1"/>
      <dgm:spPr/>
      <dgm:t>
        <a:bodyPr/>
        <a:lstStyle/>
        <a:p>
          <a:r>
            <a:rPr lang="en-US" altLang="zh-TW" sz="1400" dirty="0"/>
            <a:t>digit-2</a:t>
          </a:r>
          <a:endParaRPr lang="zh-TW" altLang="en-US" sz="1400" dirty="0"/>
        </a:p>
      </dgm:t>
    </dgm:pt>
    <dgm:pt modelId="{DD4B2E15-4E6C-44A1-AC07-7499F0F6857E}" type="parTrans" cxnId="{27554AB1-ACE7-4FF4-9BBC-D7D592A0CB1E}">
      <dgm:prSet/>
      <dgm:spPr/>
      <dgm:t>
        <a:bodyPr/>
        <a:lstStyle/>
        <a:p>
          <a:endParaRPr lang="zh-TW" altLang="en-US"/>
        </a:p>
      </dgm:t>
    </dgm:pt>
    <dgm:pt modelId="{CFBBF388-1CF4-421C-B9C8-B960785CF252}" type="sibTrans" cxnId="{27554AB1-ACE7-4FF4-9BBC-D7D592A0CB1E}">
      <dgm:prSet/>
      <dgm:spPr/>
      <dgm:t>
        <a:bodyPr/>
        <a:lstStyle/>
        <a:p>
          <a:endParaRPr lang="zh-TW" altLang="en-US"/>
        </a:p>
      </dgm:t>
    </dgm:pt>
    <dgm:pt modelId="{936B6493-EA5C-481F-94BB-C0BC30AF26DF}">
      <dgm:prSet custT="1"/>
      <dgm:spPr/>
      <dgm:t>
        <a:bodyPr/>
        <a:lstStyle/>
        <a:p>
          <a:r>
            <a:rPr lang="en-US" altLang="zh-TW" sz="1400" dirty="0"/>
            <a:t>digit-7</a:t>
          </a:r>
          <a:endParaRPr lang="zh-TW" altLang="en-US" sz="1400" dirty="0"/>
        </a:p>
      </dgm:t>
    </dgm:pt>
    <dgm:pt modelId="{44D897B9-D396-42B8-B280-319B8125425F}" type="parTrans" cxnId="{F7078428-9A42-41BD-BF52-F41B4FB3BAC7}">
      <dgm:prSet/>
      <dgm:spPr/>
      <dgm:t>
        <a:bodyPr/>
        <a:lstStyle/>
        <a:p>
          <a:endParaRPr lang="zh-TW" altLang="en-US"/>
        </a:p>
      </dgm:t>
    </dgm:pt>
    <dgm:pt modelId="{A3B3A473-BB13-44A6-ABA6-6312FFE0CC75}" type="sibTrans" cxnId="{F7078428-9A42-41BD-BF52-F41B4FB3BAC7}">
      <dgm:prSet/>
      <dgm:spPr/>
      <dgm:t>
        <a:bodyPr/>
        <a:lstStyle/>
        <a:p>
          <a:endParaRPr lang="zh-TW" altLang="en-US"/>
        </a:p>
      </dgm:t>
    </dgm:pt>
    <dgm:pt modelId="{35AA7C8C-4170-4F14-83FF-8D74AF17AA31}">
      <dgm:prSet custT="1"/>
      <dgm:spPr/>
      <dgm:t>
        <a:bodyPr/>
        <a:lstStyle/>
        <a:p>
          <a:r>
            <a:rPr lang="en-US" altLang="zh-TW" sz="1400" dirty="0"/>
            <a:t>digit-6</a:t>
          </a:r>
          <a:endParaRPr lang="zh-TW" altLang="en-US" sz="1400" dirty="0"/>
        </a:p>
      </dgm:t>
    </dgm:pt>
    <dgm:pt modelId="{CAD68204-041E-4653-B3DD-99DDD315B9C2}" type="sibTrans" cxnId="{1327BF40-83F3-462C-955C-8433AA7238C1}">
      <dgm:prSet/>
      <dgm:spPr/>
      <dgm:t>
        <a:bodyPr/>
        <a:lstStyle/>
        <a:p>
          <a:endParaRPr lang="zh-TW" altLang="en-US"/>
        </a:p>
      </dgm:t>
    </dgm:pt>
    <dgm:pt modelId="{21125792-B16E-43A6-BBF5-FC683CEB4D0B}" type="parTrans" cxnId="{1327BF40-83F3-462C-955C-8433AA7238C1}">
      <dgm:prSet/>
      <dgm:spPr/>
      <dgm:t>
        <a:bodyPr/>
        <a:lstStyle/>
        <a:p>
          <a:endParaRPr lang="zh-TW" altLang="en-US"/>
        </a:p>
      </dgm:t>
    </dgm:pt>
    <dgm:pt modelId="{1947CCD4-9862-4ABF-ADA6-668A615313AF}">
      <dgm:prSet phldrT="[文字]"/>
      <dgm:spPr/>
      <dgm:t>
        <a:bodyPr/>
        <a:lstStyle/>
        <a:p>
          <a:r>
            <a:rPr lang="en-US" altLang="zh-TW" dirty="0"/>
            <a:t>Digit-0</a:t>
          </a:r>
          <a:endParaRPr lang="zh-TW" altLang="en-US" dirty="0"/>
        </a:p>
      </dgm:t>
    </dgm:pt>
    <dgm:pt modelId="{7EDF3838-4E7E-40F5-9084-1DF7D0C6ED7C}" type="sibTrans" cxnId="{AAE0D8D4-740B-4772-BA64-64122BB3A95D}">
      <dgm:prSet/>
      <dgm:spPr/>
      <dgm:t>
        <a:bodyPr/>
        <a:lstStyle/>
        <a:p>
          <a:endParaRPr lang="zh-TW" altLang="en-US"/>
        </a:p>
      </dgm:t>
    </dgm:pt>
    <dgm:pt modelId="{DCDEC47A-CE01-4844-819A-33682A07A095}" type="parTrans" cxnId="{AAE0D8D4-740B-4772-BA64-64122BB3A95D}">
      <dgm:prSet/>
      <dgm:spPr/>
      <dgm:t>
        <a:bodyPr/>
        <a:lstStyle/>
        <a:p>
          <a:endParaRPr lang="zh-TW" altLang="en-US"/>
        </a:p>
      </dgm:t>
    </dgm:pt>
    <dgm:pt modelId="{CAE133AC-E491-4CD8-BA4F-6B864CEE6B07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0</a:t>
          </a:r>
          <a:endParaRPr lang="zh-TW" altLang="en-US" dirty="0"/>
        </a:p>
      </dgm:t>
    </dgm:pt>
    <dgm:pt modelId="{97ED4D8B-F186-425B-870A-15E265FC859D}" type="parTrans" cxnId="{C618FE61-04AD-4A8D-8F65-947A1D05E204}">
      <dgm:prSet/>
      <dgm:spPr/>
      <dgm:t>
        <a:bodyPr/>
        <a:lstStyle/>
        <a:p>
          <a:endParaRPr lang="zh-TW" altLang="en-US"/>
        </a:p>
      </dgm:t>
    </dgm:pt>
    <dgm:pt modelId="{D1F20A88-E9A0-4874-A8FA-AAA0C7283D7E}" type="sibTrans" cxnId="{C618FE61-04AD-4A8D-8F65-947A1D05E204}">
      <dgm:prSet/>
      <dgm:spPr/>
      <dgm:t>
        <a:bodyPr/>
        <a:lstStyle/>
        <a:p>
          <a:endParaRPr lang="zh-TW" altLang="en-US"/>
        </a:p>
      </dgm:t>
    </dgm:pt>
    <dgm:pt modelId="{21D4B404-EF32-4353-99CD-ADA0749DBC75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0</a:t>
          </a:r>
          <a:endParaRPr lang="zh-TW" altLang="en-US" dirty="0"/>
        </a:p>
      </dgm:t>
    </dgm:pt>
    <dgm:pt modelId="{C7719FD7-1E30-4D80-BBF6-41E208BB575C}" type="parTrans" cxnId="{6B6A03B1-FF88-41BE-A7F4-831A03D813A3}">
      <dgm:prSet/>
      <dgm:spPr/>
      <dgm:t>
        <a:bodyPr/>
        <a:lstStyle/>
        <a:p>
          <a:endParaRPr lang="zh-TW" altLang="en-US"/>
        </a:p>
      </dgm:t>
    </dgm:pt>
    <dgm:pt modelId="{D2511274-AA0A-4637-81A9-ECFA42981F41}" type="sibTrans" cxnId="{6B6A03B1-FF88-41BE-A7F4-831A03D813A3}">
      <dgm:prSet/>
      <dgm:spPr/>
      <dgm:t>
        <a:bodyPr/>
        <a:lstStyle/>
        <a:p>
          <a:endParaRPr lang="zh-TW" altLang="en-US"/>
        </a:p>
      </dgm:t>
    </dgm:pt>
    <dgm:pt modelId="{624CDDBB-C0B4-4B08-A5A6-275457B0943E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2</a:t>
          </a:r>
          <a:endParaRPr lang="zh-TW" altLang="en-US" dirty="0"/>
        </a:p>
      </dgm:t>
    </dgm:pt>
    <dgm:pt modelId="{99D4E507-CA3E-455C-BA31-9A4343F9BBE7}" type="parTrans" cxnId="{8A9FBDC9-242D-48A0-BCD9-B48DA560FCAF}">
      <dgm:prSet/>
      <dgm:spPr/>
      <dgm:t>
        <a:bodyPr/>
        <a:lstStyle/>
        <a:p>
          <a:endParaRPr lang="zh-TW" altLang="en-US"/>
        </a:p>
      </dgm:t>
    </dgm:pt>
    <dgm:pt modelId="{6CE9B865-70C6-481A-BDE8-DAF4E893EB81}" type="sibTrans" cxnId="{8A9FBDC9-242D-48A0-BCD9-B48DA560FCAF}">
      <dgm:prSet/>
      <dgm:spPr/>
      <dgm:t>
        <a:bodyPr/>
        <a:lstStyle/>
        <a:p>
          <a:endParaRPr lang="zh-TW" altLang="en-US"/>
        </a:p>
      </dgm:t>
    </dgm:pt>
    <dgm:pt modelId="{963FA01D-21CD-42E7-8D4A-050727D43B69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0</a:t>
          </a:r>
          <a:endParaRPr lang="zh-TW" altLang="en-US" dirty="0"/>
        </a:p>
      </dgm:t>
    </dgm:pt>
    <dgm:pt modelId="{411952F1-7FDC-4AF0-963A-A587EE9AD999}" type="parTrans" cxnId="{124FC327-FC0D-413E-AABE-BFE9CA4C5F34}">
      <dgm:prSet/>
      <dgm:spPr/>
      <dgm:t>
        <a:bodyPr/>
        <a:lstStyle/>
        <a:p>
          <a:endParaRPr lang="zh-TW" altLang="en-US"/>
        </a:p>
      </dgm:t>
    </dgm:pt>
    <dgm:pt modelId="{8DFA5C0F-CB40-42C0-87E0-497B4875BC27}" type="sibTrans" cxnId="{124FC327-FC0D-413E-AABE-BFE9CA4C5F34}">
      <dgm:prSet/>
      <dgm:spPr/>
      <dgm:t>
        <a:bodyPr/>
        <a:lstStyle/>
        <a:p>
          <a:endParaRPr lang="zh-TW" altLang="en-US"/>
        </a:p>
      </dgm:t>
    </dgm:pt>
    <dgm:pt modelId="{C3DBA174-7425-45B2-8382-DA3BCC79B73F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1</a:t>
          </a:r>
          <a:endParaRPr lang="zh-TW" altLang="en-US" dirty="0"/>
        </a:p>
      </dgm:t>
    </dgm:pt>
    <dgm:pt modelId="{9DF3D108-197A-489C-B4CF-3C5C6A1C134E}" type="parTrans" cxnId="{3CB34AFF-033C-48BF-88F6-2EEE6FCECEF8}">
      <dgm:prSet/>
      <dgm:spPr/>
      <dgm:t>
        <a:bodyPr/>
        <a:lstStyle/>
        <a:p>
          <a:endParaRPr lang="zh-TW" altLang="en-US"/>
        </a:p>
      </dgm:t>
    </dgm:pt>
    <dgm:pt modelId="{963923EF-AA6D-43F4-913D-4E415F2B0BD7}" type="sibTrans" cxnId="{3CB34AFF-033C-48BF-88F6-2EEE6FCECEF8}">
      <dgm:prSet/>
      <dgm:spPr/>
      <dgm:t>
        <a:bodyPr/>
        <a:lstStyle/>
        <a:p>
          <a:endParaRPr lang="zh-TW" altLang="en-US"/>
        </a:p>
      </dgm:t>
    </dgm:pt>
    <dgm:pt modelId="{C5137D6E-F8E1-466A-8CF2-9B7B83EFDBEF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4</a:t>
          </a:r>
          <a:endParaRPr lang="zh-TW" altLang="en-US" dirty="0"/>
        </a:p>
      </dgm:t>
    </dgm:pt>
    <dgm:pt modelId="{B8D91569-ED3A-4111-A395-2603525518E0}" type="parTrans" cxnId="{597D276B-BB7F-4A92-9BB8-B7BECFD8A680}">
      <dgm:prSet/>
      <dgm:spPr/>
      <dgm:t>
        <a:bodyPr/>
        <a:lstStyle/>
        <a:p>
          <a:endParaRPr lang="zh-TW" altLang="en-US"/>
        </a:p>
      </dgm:t>
    </dgm:pt>
    <dgm:pt modelId="{785CF67F-9C1C-4236-8D0F-B2F18E98584B}" type="sibTrans" cxnId="{597D276B-BB7F-4A92-9BB8-B7BECFD8A680}">
      <dgm:prSet/>
      <dgm:spPr/>
      <dgm:t>
        <a:bodyPr/>
        <a:lstStyle/>
        <a:p>
          <a:endParaRPr lang="zh-TW" altLang="en-US"/>
        </a:p>
      </dgm:t>
    </dgm:pt>
    <dgm:pt modelId="{BEE30627-B554-491A-96B7-899F625D0C44}">
      <dgm:prSet/>
      <dgm:spPr/>
      <dgm:t>
        <a:bodyPr/>
        <a:lstStyle/>
        <a:p>
          <a:pPr algn="ctr">
            <a:buNone/>
          </a:pPr>
          <a:r>
            <a:rPr lang="en-US" altLang="zh-TW" dirty="0"/>
            <a:t>3</a:t>
          </a:r>
          <a:endParaRPr lang="zh-TW" altLang="en-US" dirty="0"/>
        </a:p>
      </dgm:t>
    </dgm:pt>
    <dgm:pt modelId="{4923768D-387E-442B-86F6-0EF46811851B}" type="parTrans" cxnId="{825E8624-9056-41EE-BBD3-23F4E16D5FC8}">
      <dgm:prSet/>
      <dgm:spPr/>
      <dgm:t>
        <a:bodyPr/>
        <a:lstStyle/>
        <a:p>
          <a:endParaRPr lang="zh-TW" altLang="en-US"/>
        </a:p>
      </dgm:t>
    </dgm:pt>
    <dgm:pt modelId="{948B2D10-1F6F-4F48-9B6E-E86D39E2B974}" type="sibTrans" cxnId="{825E8624-9056-41EE-BBD3-23F4E16D5FC8}">
      <dgm:prSet/>
      <dgm:spPr/>
      <dgm:t>
        <a:bodyPr/>
        <a:lstStyle/>
        <a:p>
          <a:endParaRPr lang="zh-TW" altLang="en-US"/>
        </a:p>
      </dgm:t>
    </dgm:pt>
    <dgm:pt modelId="{FFB7EB1C-8556-4F78-B506-57AF1EF028B5}">
      <dgm:prSet/>
      <dgm:spPr/>
      <dgm:t>
        <a:bodyPr/>
        <a:lstStyle/>
        <a:p>
          <a:pPr algn="ctr">
            <a:buFontTx/>
            <a:buNone/>
          </a:pPr>
          <a:r>
            <a:rPr lang="en-US" altLang="zh-TW" dirty="0"/>
            <a:t>1</a:t>
          </a:r>
          <a:endParaRPr lang="zh-TW" altLang="en-US" dirty="0"/>
        </a:p>
      </dgm:t>
    </dgm:pt>
    <dgm:pt modelId="{B2645C74-9EB2-45E1-AC75-D81F49199E94}" type="parTrans" cxnId="{885707CB-F733-4C13-88EB-B65C4E075585}">
      <dgm:prSet/>
      <dgm:spPr/>
      <dgm:t>
        <a:bodyPr/>
        <a:lstStyle/>
        <a:p>
          <a:endParaRPr lang="zh-TW" altLang="en-US"/>
        </a:p>
      </dgm:t>
    </dgm:pt>
    <dgm:pt modelId="{45E12E4B-BF42-444C-872C-4F6CD36D3399}" type="sibTrans" cxnId="{885707CB-F733-4C13-88EB-B65C4E075585}">
      <dgm:prSet/>
      <dgm:spPr/>
      <dgm:t>
        <a:bodyPr/>
        <a:lstStyle/>
        <a:p>
          <a:endParaRPr lang="zh-TW" altLang="en-US"/>
        </a:p>
      </dgm:t>
    </dgm:pt>
    <dgm:pt modelId="{7897349C-BCA2-4F62-9099-2118C5C925EA}" type="pres">
      <dgm:prSet presAssocID="{66BAFFBC-E3BA-4DBE-A5B7-C5EA06AC5E4E}" presName="Name0" presStyleCnt="0">
        <dgm:presLayoutVars>
          <dgm:dir/>
          <dgm:animLvl val="lvl"/>
          <dgm:resizeHandles val="exact"/>
        </dgm:presLayoutVars>
      </dgm:prSet>
      <dgm:spPr/>
    </dgm:pt>
    <dgm:pt modelId="{9E9615AE-1A8D-4496-B45A-C3875B94AEB7}" type="pres">
      <dgm:prSet presAssocID="{66BAFFBC-E3BA-4DBE-A5B7-C5EA06AC5E4E}" presName="tSp" presStyleCnt="0"/>
      <dgm:spPr/>
    </dgm:pt>
    <dgm:pt modelId="{A30CE98E-CEA7-4195-A206-24383FEDAA13}" type="pres">
      <dgm:prSet presAssocID="{66BAFFBC-E3BA-4DBE-A5B7-C5EA06AC5E4E}" presName="bSp" presStyleCnt="0"/>
      <dgm:spPr/>
    </dgm:pt>
    <dgm:pt modelId="{B5CA7B68-287D-4631-8E82-8A943BC81A09}" type="pres">
      <dgm:prSet presAssocID="{66BAFFBC-E3BA-4DBE-A5B7-C5EA06AC5E4E}" presName="process" presStyleCnt="0"/>
      <dgm:spPr/>
    </dgm:pt>
    <dgm:pt modelId="{07A472EA-26FA-478B-82E8-02BF60DC4775}" type="pres">
      <dgm:prSet presAssocID="{1947CCD4-9862-4ABF-ADA6-668A615313AF}" presName="composite1" presStyleCnt="0"/>
      <dgm:spPr/>
    </dgm:pt>
    <dgm:pt modelId="{EBB88DB3-8AE8-4333-A66E-60AADD1F8CE0}" type="pres">
      <dgm:prSet presAssocID="{1947CCD4-9862-4ABF-ADA6-668A615313AF}" presName="dummyNode1" presStyleLbl="node1" presStyleIdx="0" presStyleCnt="8"/>
      <dgm:spPr/>
    </dgm:pt>
    <dgm:pt modelId="{4598C570-BF39-4986-ABEC-AC28925AC6EC}" type="pres">
      <dgm:prSet presAssocID="{1947CCD4-9862-4ABF-ADA6-668A615313AF}" presName="childNode1" presStyleLbl="bgAcc1" presStyleIdx="0" presStyleCnt="8">
        <dgm:presLayoutVars>
          <dgm:bulletEnabled val="1"/>
        </dgm:presLayoutVars>
      </dgm:prSet>
      <dgm:spPr/>
    </dgm:pt>
    <dgm:pt modelId="{77D97104-0CB9-4DAF-9052-321D21E36F5D}" type="pres">
      <dgm:prSet presAssocID="{1947CCD4-9862-4ABF-ADA6-668A615313AF}" presName="childNode1tx" presStyleLbl="bgAcc1" presStyleIdx="0" presStyleCnt="8">
        <dgm:presLayoutVars>
          <dgm:bulletEnabled val="1"/>
        </dgm:presLayoutVars>
      </dgm:prSet>
      <dgm:spPr/>
    </dgm:pt>
    <dgm:pt modelId="{FEB36EBC-2978-4F6C-A256-0A7028BD8E6B}" type="pres">
      <dgm:prSet presAssocID="{1947CCD4-9862-4ABF-ADA6-668A615313AF}" presName="parentNode1" presStyleLbl="node1" presStyleIdx="0" presStyleCnt="8">
        <dgm:presLayoutVars>
          <dgm:chMax val="1"/>
          <dgm:bulletEnabled val="1"/>
        </dgm:presLayoutVars>
      </dgm:prSet>
      <dgm:spPr/>
    </dgm:pt>
    <dgm:pt modelId="{DC9F1099-C757-4956-82FA-52972FE408E0}" type="pres">
      <dgm:prSet presAssocID="{1947CCD4-9862-4ABF-ADA6-668A615313AF}" presName="connSite1" presStyleCnt="0"/>
      <dgm:spPr/>
    </dgm:pt>
    <dgm:pt modelId="{6BDF08CF-81F1-4A15-8135-E352CDB3F4BB}" type="pres">
      <dgm:prSet presAssocID="{7EDF3838-4E7E-40F5-9084-1DF7D0C6ED7C}" presName="Name9" presStyleLbl="sibTrans2D1" presStyleIdx="0" presStyleCnt="7"/>
      <dgm:spPr/>
    </dgm:pt>
    <dgm:pt modelId="{A070F575-FD9D-4B5C-8E0C-D8C8D6F15898}" type="pres">
      <dgm:prSet presAssocID="{98CD1465-1AEB-4D69-9E16-18022CC835A6}" presName="composite2" presStyleCnt="0"/>
      <dgm:spPr/>
    </dgm:pt>
    <dgm:pt modelId="{7BD6D3F6-00DF-4AAF-8601-3DB90172A0E5}" type="pres">
      <dgm:prSet presAssocID="{98CD1465-1AEB-4D69-9E16-18022CC835A6}" presName="dummyNode2" presStyleLbl="node1" presStyleIdx="0" presStyleCnt="8"/>
      <dgm:spPr/>
    </dgm:pt>
    <dgm:pt modelId="{2E7EC77E-A30C-46E2-88A6-FF94B670187E}" type="pres">
      <dgm:prSet presAssocID="{98CD1465-1AEB-4D69-9E16-18022CC835A6}" presName="childNode2" presStyleLbl="bgAcc1" presStyleIdx="1" presStyleCnt="8">
        <dgm:presLayoutVars>
          <dgm:bulletEnabled val="1"/>
        </dgm:presLayoutVars>
      </dgm:prSet>
      <dgm:spPr/>
    </dgm:pt>
    <dgm:pt modelId="{127E141A-4119-4FEB-ADB7-6D67507F8A91}" type="pres">
      <dgm:prSet presAssocID="{98CD1465-1AEB-4D69-9E16-18022CC835A6}" presName="childNode2tx" presStyleLbl="bgAcc1" presStyleIdx="1" presStyleCnt="8">
        <dgm:presLayoutVars>
          <dgm:bulletEnabled val="1"/>
        </dgm:presLayoutVars>
      </dgm:prSet>
      <dgm:spPr/>
    </dgm:pt>
    <dgm:pt modelId="{3D5B7B87-28E8-4990-98A7-B54459167256}" type="pres">
      <dgm:prSet presAssocID="{98CD1465-1AEB-4D69-9E16-18022CC835A6}" presName="parentNode2" presStyleLbl="node1" presStyleIdx="1" presStyleCnt="8">
        <dgm:presLayoutVars>
          <dgm:chMax val="0"/>
          <dgm:bulletEnabled val="1"/>
        </dgm:presLayoutVars>
      </dgm:prSet>
      <dgm:spPr/>
    </dgm:pt>
    <dgm:pt modelId="{D7208A92-6AA9-4FFB-A361-1C964BF60BDC}" type="pres">
      <dgm:prSet presAssocID="{98CD1465-1AEB-4D69-9E16-18022CC835A6}" presName="connSite2" presStyleCnt="0"/>
      <dgm:spPr/>
    </dgm:pt>
    <dgm:pt modelId="{5324F488-2683-4F64-B170-8C2E4DE49395}" type="pres">
      <dgm:prSet presAssocID="{DC35E7FC-0098-4D15-A818-09AD5777DDEF}" presName="Name18" presStyleLbl="sibTrans2D1" presStyleIdx="1" presStyleCnt="7"/>
      <dgm:spPr/>
    </dgm:pt>
    <dgm:pt modelId="{6BD6E134-BBB0-4DAF-995B-24293F6A8CC9}" type="pres">
      <dgm:prSet presAssocID="{949EFD23-7A8A-4E82-A512-50A595C96722}" presName="composite1" presStyleCnt="0"/>
      <dgm:spPr/>
    </dgm:pt>
    <dgm:pt modelId="{C37D179A-A633-4163-B39B-E87216ECEAAF}" type="pres">
      <dgm:prSet presAssocID="{949EFD23-7A8A-4E82-A512-50A595C96722}" presName="dummyNode1" presStyleLbl="node1" presStyleIdx="1" presStyleCnt="8"/>
      <dgm:spPr/>
    </dgm:pt>
    <dgm:pt modelId="{352CF4FD-D249-4DF2-A642-5B009D86E76E}" type="pres">
      <dgm:prSet presAssocID="{949EFD23-7A8A-4E82-A512-50A595C96722}" presName="childNode1" presStyleLbl="bgAcc1" presStyleIdx="2" presStyleCnt="8">
        <dgm:presLayoutVars>
          <dgm:bulletEnabled val="1"/>
        </dgm:presLayoutVars>
      </dgm:prSet>
      <dgm:spPr/>
    </dgm:pt>
    <dgm:pt modelId="{E052C995-0352-4D67-A345-CF81A0EDF639}" type="pres">
      <dgm:prSet presAssocID="{949EFD23-7A8A-4E82-A512-50A595C96722}" presName="childNode1tx" presStyleLbl="bgAcc1" presStyleIdx="2" presStyleCnt="8">
        <dgm:presLayoutVars>
          <dgm:bulletEnabled val="1"/>
        </dgm:presLayoutVars>
      </dgm:prSet>
      <dgm:spPr/>
    </dgm:pt>
    <dgm:pt modelId="{D9122300-F7EF-4570-BDF3-81D5F3501DAB}" type="pres">
      <dgm:prSet presAssocID="{949EFD23-7A8A-4E82-A512-50A595C96722}" presName="parentNode1" presStyleLbl="node1" presStyleIdx="2" presStyleCnt="8">
        <dgm:presLayoutVars>
          <dgm:chMax val="1"/>
          <dgm:bulletEnabled val="1"/>
        </dgm:presLayoutVars>
      </dgm:prSet>
      <dgm:spPr/>
    </dgm:pt>
    <dgm:pt modelId="{AC64947E-1F7B-48EE-A134-417220114C51}" type="pres">
      <dgm:prSet presAssocID="{949EFD23-7A8A-4E82-A512-50A595C96722}" presName="connSite1" presStyleCnt="0"/>
      <dgm:spPr/>
    </dgm:pt>
    <dgm:pt modelId="{B0B72B3A-A03D-410F-9FD5-84EA135AB590}" type="pres">
      <dgm:prSet presAssocID="{CFBBF388-1CF4-421C-B9C8-B960785CF252}" presName="Name9" presStyleLbl="sibTrans2D1" presStyleIdx="2" presStyleCnt="7"/>
      <dgm:spPr/>
    </dgm:pt>
    <dgm:pt modelId="{E21F9CA4-2142-4CA0-AC88-265F9E56366E}" type="pres">
      <dgm:prSet presAssocID="{1B786BCB-610D-4E00-9E9E-F01663FF6BFF}" presName="composite2" presStyleCnt="0"/>
      <dgm:spPr/>
    </dgm:pt>
    <dgm:pt modelId="{FAB1624D-84FD-4FA3-B95B-66DE6733438A}" type="pres">
      <dgm:prSet presAssocID="{1B786BCB-610D-4E00-9E9E-F01663FF6BFF}" presName="dummyNode2" presStyleLbl="node1" presStyleIdx="2" presStyleCnt="8"/>
      <dgm:spPr/>
    </dgm:pt>
    <dgm:pt modelId="{1734E8AA-89A5-47E9-BC05-4CFCE5A23986}" type="pres">
      <dgm:prSet presAssocID="{1B786BCB-610D-4E00-9E9E-F01663FF6BFF}" presName="childNode2" presStyleLbl="bgAcc1" presStyleIdx="3" presStyleCnt="8">
        <dgm:presLayoutVars>
          <dgm:bulletEnabled val="1"/>
        </dgm:presLayoutVars>
      </dgm:prSet>
      <dgm:spPr/>
    </dgm:pt>
    <dgm:pt modelId="{D79246BA-B24F-400F-9167-B1766F252C7D}" type="pres">
      <dgm:prSet presAssocID="{1B786BCB-610D-4E00-9E9E-F01663FF6BFF}" presName="childNode2tx" presStyleLbl="bgAcc1" presStyleIdx="3" presStyleCnt="8">
        <dgm:presLayoutVars>
          <dgm:bulletEnabled val="1"/>
        </dgm:presLayoutVars>
      </dgm:prSet>
      <dgm:spPr/>
    </dgm:pt>
    <dgm:pt modelId="{42EB607E-05A3-462E-B8A9-9E5D44B9B3FC}" type="pres">
      <dgm:prSet presAssocID="{1B786BCB-610D-4E00-9E9E-F01663FF6BFF}" presName="parentNode2" presStyleLbl="node1" presStyleIdx="3" presStyleCnt="8">
        <dgm:presLayoutVars>
          <dgm:chMax val="0"/>
          <dgm:bulletEnabled val="1"/>
        </dgm:presLayoutVars>
      </dgm:prSet>
      <dgm:spPr/>
    </dgm:pt>
    <dgm:pt modelId="{35E9005F-B089-48AE-8F88-B767C8E7F377}" type="pres">
      <dgm:prSet presAssocID="{1B786BCB-610D-4E00-9E9E-F01663FF6BFF}" presName="connSite2" presStyleCnt="0"/>
      <dgm:spPr/>
    </dgm:pt>
    <dgm:pt modelId="{CA9C4F5D-0F67-475C-9307-5C9706E56804}" type="pres">
      <dgm:prSet presAssocID="{C2DB4BA2-1F5E-4711-9177-C87D8A01B5E8}" presName="Name18" presStyleLbl="sibTrans2D1" presStyleIdx="3" presStyleCnt="7"/>
      <dgm:spPr/>
    </dgm:pt>
    <dgm:pt modelId="{298B3868-7DC7-43FD-BA53-6E8E5A741FBE}" type="pres">
      <dgm:prSet presAssocID="{0AA350E1-32B8-461F-8585-AB1B27EE3467}" presName="composite1" presStyleCnt="0"/>
      <dgm:spPr/>
    </dgm:pt>
    <dgm:pt modelId="{44584354-5C66-4936-876A-DC3436B24112}" type="pres">
      <dgm:prSet presAssocID="{0AA350E1-32B8-461F-8585-AB1B27EE3467}" presName="dummyNode1" presStyleLbl="node1" presStyleIdx="3" presStyleCnt="8"/>
      <dgm:spPr/>
    </dgm:pt>
    <dgm:pt modelId="{EED1583E-1D38-46DE-8996-C8D55B36E9CE}" type="pres">
      <dgm:prSet presAssocID="{0AA350E1-32B8-461F-8585-AB1B27EE3467}" presName="childNode1" presStyleLbl="bgAcc1" presStyleIdx="4" presStyleCnt="8">
        <dgm:presLayoutVars>
          <dgm:bulletEnabled val="1"/>
        </dgm:presLayoutVars>
      </dgm:prSet>
      <dgm:spPr/>
    </dgm:pt>
    <dgm:pt modelId="{61F80C95-D0EE-4DA0-A9B6-2C4F51D7F4CB}" type="pres">
      <dgm:prSet presAssocID="{0AA350E1-32B8-461F-8585-AB1B27EE3467}" presName="childNode1tx" presStyleLbl="bgAcc1" presStyleIdx="4" presStyleCnt="8">
        <dgm:presLayoutVars>
          <dgm:bulletEnabled val="1"/>
        </dgm:presLayoutVars>
      </dgm:prSet>
      <dgm:spPr/>
    </dgm:pt>
    <dgm:pt modelId="{B5602B60-54D4-413D-BDCE-685E3BA54F2A}" type="pres">
      <dgm:prSet presAssocID="{0AA350E1-32B8-461F-8585-AB1B27EE3467}" presName="parentNode1" presStyleLbl="node1" presStyleIdx="4" presStyleCnt="8">
        <dgm:presLayoutVars>
          <dgm:chMax val="1"/>
          <dgm:bulletEnabled val="1"/>
        </dgm:presLayoutVars>
      </dgm:prSet>
      <dgm:spPr/>
    </dgm:pt>
    <dgm:pt modelId="{AD1F8923-876D-401A-9AA2-C1056DA027AD}" type="pres">
      <dgm:prSet presAssocID="{0AA350E1-32B8-461F-8585-AB1B27EE3467}" presName="connSite1" presStyleCnt="0"/>
      <dgm:spPr/>
    </dgm:pt>
    <dgm:pt modelId="{E4F7ED0B-7D78-46C7-825D-F18BBC1EE17E}" type="pres">
      <dgm:prSet presAssocID="{3A346F12-B8E0-49BB-86F5-85EBB0FB47A3}" presName="Name9" presStyleLbl="sibTrans2D1" presStyleIdx="4" presStyleCnt="7"/>
      <dgm:spPr/>
    </dgm:pt>
    <dgm:pt modelId="{4EC02EB1-D328-4475-8BA6-D9AD93583746}" type="pres">
      <dgm:prSet presAssocID="{0825B475-CB02-45F9-9B9B-9154DE59918A}" presName="composite2" presStyleCnt="0"/>
      <dgm:spPr/>
    </dgm:pt>
    <dgm:pt modelId="{DA364265-D0A4-471A-BF1F-E22F65BFB2AD}" type="pres">
      <dgm:prSet presAssocID="{0825B475-CB02-45F9-9B9B-9154DE59918A}" presName="dummyNode2" presStyleLbl="node1" presStyleIdx="4" presStyleCnt="8"/>
      <dgm:spPr/>
    </dgm:pt>
    <dgm:pt modelId="{5A452302-8DF3-4757-8539-9D0DEB08A38A}" type="pres">
      <dgm:prSet presAssocID="{0825B475-CB02-45F9-9B9B-9154DE59918A}" presName="childNode2" presStyleLbl="bgAcc1" presStyleIdx="5" presStyleCnt="8">
        <dgm:presLayoutVars>
          <dgm:bulletEnabled val="1"/>
        </dgm:presLayoutVars>
      </dgm:prSet>
      <dgm:spPr/>
    </dgm:pt>
    <dgm:pt modelId="{09347C92-E92E-4081-9777-B6062EC098AE}" type="pres">
      <dgm:prSet presAssocID="{0825B475-CB02-45F9-9B9B-9154DE59918A}" presName="childNode2tx" presStyleLbl="bgAcc1" presStyleIdx="5" presStyleCnt="8">
        <dgm:presLayoutVars>
          <dgm:bulletEnabled val="1"/>
        </dgm:presLayoutVars>
      </dgm:prSet>
      <dgm:spPr/>
    </dgm:pt>
    <dgm:pt modelId="{E60D8F84-0154-4499-A0BC-C37D4A42D53A}" type="pres">
      <dgm:prSet presAssocID="{0825B475-CB02-45F9-9B9B-9154DE59918A}" presName="parentNode2" presStyleLbl="node1" presStyleIdx="5" presStyleCnt="8">
        <dgm:presLayoutVars>
          <dgm:chMax val="0"/>
          <dgm:bulletEnabled val="1"/>
        </dgm:presLayoutVars>
      </dgm:prSet>
      <dgm:spPr/>
    </dgm:pt>
    <dgm:pt modelId="{705B5B3D-4147-4C05-B1ED-B169E5A7B4B8}" type="pres">
      <dgm:prSet presAssocID="{0825B475-CB02-45F9-9B9B-9154DE59918A}" presName="connSite2" presStyleCnt="0"/>
      <dgm:spPr/>
    </dgm:pt>
    <dgm:pt modelId="{19138755-9DD8-4146-ABE1-497ECF759CA3}" type="pres">
      <dgm:prSet presAssocID="{AD90C2CB-7EF0-4C59-B40D-58E0C7D2AE97}" presName="Name18" presStyleLbl="sibTrans2D1" presStyleIdx="5" presStyleCnt="7"/>
      <dgm:spPr/>
    </dgm:pt>
    <dgm:pt modelId="{13F34FAC-1F59-45AB-9829-590D3B67E452}" type="pres">
      <dgm:prSet presAssocID="{35AA7C8C-4170-4F14-83FF-8D74AF17AA31}" presName="composite1" presStyleCnt="0"/>
      <dgm:spPr/>
    </dgm:pt>
    <dgm:pt modelId="{891AAD93-89E7-4C63-87CA-749C82037C4A}" type="pres">
      <dgm:prSet presAssocID="{35AA7C8C-4170-4F14-83FF-8D74AF17AA31}" presName="dummyNode1" presStyleLbl="node1" presStyleIdx="5" presStyleCnt="8"/>
      <dgm:spPr/>
    </dgm:pt>
    <dgm:pt modelId="{CA32C1BF-AF0D-4691-A11C-20341305F3FB}" type="pres">
      <dgm:prSet presAssocID="{35AA7C8C-4170-4F14-83FF-8D74AF17AA31}" presName="childNode1" presStyleLbl="bgAcc1" presStyleIdx="6" presStyleCnt="8">
        <dgm:presLayoutVars>
          <dgm:bulletEnabled val="1"/>
        </dgm:presLayoutVars>
      </dgm:prSet>
      <dgm:spPr/>
    </dgm:pt>
    <dgm:pt modelId="{87DF7095-4716-4C54-B2E3-D3402EA08170}" type="pres">
      <dgm:prSet presAssocID="{35AA7C8C-4170-4F14-83FF-8D74AF17AA31}" presName="childNode1tx" presStyleLbl="bgAcc1" presStyleIdx="6" presStyleCnt="8">
        <dgm:presLayoutVars>
          <dgm:bulletEnabled val="1"/>
        </dgm:presLayoutVars>
      </dgm:prSet>
      <dgm:spPr/>
    </dgm:pt>
    <dgm:pt modelId="{EAEB743E-FDCF-4528-9F14-1C2EF13FABC0}" type="pres">
      <dgm:prSet presAssocID="{35AA7C8C-4170-4F14-83FF-8D74AF17AA31}" presName="parentNode1" presStyleLbl="node1" presStyleIdx="6" presStyleCnt="8">
        <dgm:presLayoutVars>
          <dgm:chMax val="1"/>
          <dgm:bulletEnabled val="1"/>
        </dgm:presLayoutVars>
      </dgm:prSet>
      <dgm:spPr/>
    </dgm:pt>
    <dgm:pt modelId="{26E62851-4A7E-402C-9D96-1F6DF3AC3FB3}" type="pres">
      <dgm:prSet presAssocID="{35AA7C8C-4170-4F14-83FF-8D74AF17AA31}" presName="connSite1" presStyleCnt="0"/>
      <dgm:spPr/>
    </dgm:pt>
    <dgm:pt modelId="{33954CE0-91C1-4B02-9166-7832DBA27ADD}" type="pres">
      <dgm:prSet presAssocID="{CAD68204-041E-4653-B3DD-99DDD315B9C2}" presName="Name9" presStyleLbl="sibTrans2D1" presStyleIdx="6" presStyleCnt="7"/>
      <dgm:spPr/>
    </dgm:pt>
    <dgm:pt modelId="{DA9F5F62-504B-44A8-944E-59711673EF8E}" type="pres">
      <dgm:prSet presAssocID="{936B6493-EA5C-481F-94BB-C0BC30AF26DF}" presName="composite2" presStyleCnt="0"/>
      <dgm:spPr/>
    </dgm:pt>
    <dgm:pt modelId="{D091520E-319B-49BE-93B7-40685D9AAF1D}" type="pres">
      <dgm:prSet presAssocID="{936B6493-EA5C-481F-94BB-C0BC30AF26DF}" presName="dummyNode2" presStyleLbl="node1" presStyleIdx="6" presStyleCnt="8"/>
      <dgm:spPr/>
    </dgm:pt>
    <dgm:pt modelId="{18C482BB-DEBB-48CB-A230-67EF8A8C0A12}" type="pres">
      <dgm:prSet presAssocID="{936B6493-EA5C-481F-94BB-C0BC30AF26DF}" presName="childNode2" presStyleLbl="bgAcc1" presStyleIdx="7" presStyleCnt="8">
        <dgm:presLayoutVars>
          <dgm:bulletEnabled val="1"/>
        </dgm:presLayoutVars>
      </dgm:prSet>
      <dgm:spPr/>
    </dgm:pt>
    <dgm:pt modelId="{9E5F282C-E6CB-4CA3-B90B-318EC9F01C87}" type="pres">
      <dgm:prSet presAssocID="{936B6493-EA5C-481F-94BB-C0BC30AF26DF}" presName="childNode2tx" presStyleLbl="bgAcc1" presStyleIdx="7" presStyleCnt="8">
        <dgm:presLayoutVars>
          <dgm:bulletEnabled val="1"/>
        </dgm:presLayoutVars>
      </dgm:prSet>
      <dgm:spPr/>
    </dgm:pt>
    <dgm:pt modelId="{087AD412-890F-41DB-87B9-4AC8F0943AC3}" type="pres">
      <dgm:prSet presAssocID="{936B6493-EA5C-481F-94BB-C0BC30AF26DF}" presName="parentNode2" presStyleLbl="node1" presStyleIdx="7" presStyleCnt="8">
        <dgm:presLayoutVars>
          <dgm:chMax val="0"/>
          <dgm:bulletEnabled val="1"/>
        </dgm:presLayoutVars>
      </dgm:prSet>
      <dgm:spPr/>
    </dgm:pt>
    <dgm:pt modelId="{5BB2DBC4-D95F-422F-82C4-EDA138A72187}" type="pres">
      <dgm:prSet presAssocID="{936B6493-EA5C-481F-94BB-C0BC30AF26DF}" presName="connSite2" presStyleCnt="0"/>
      <dgm:spPr/>
    </dgm:pt>
  </dgm:ptLst>
  <dgm:cxnLst>
    <dgm:cxn modelId="{2983B40B-28A4-4F63-82D8-5F7BDAA3F56F}" type="presOf" srcId="{FFB7EB1C-8556-4F78-B506-57AF1EF028B5}" destId="{352CF4FD-D249-4DF2-A642-5B009D86E76E}" srcOrd="0" destOrd="0" presId="urn:microsoft.com/office/officeart/2005/8/layout/hProcess4"/>
    <dgm:cxn modelId="{66C9ED0D-DF39-41E3-9A84-26F6356BFF9A}" type="presOf" srcId="{963FA01D-21CD-42E7-8D4A-050727D43B69}" destId="{77D97104-0CB9-4DAF-9052-321D21E36F5D}" srcOrd="1" destOrd="0" presId="urn:microsoft.com/office/officeart/2005/8/layout/hProcess4"/>
    <dgm:cxn modelId="{7BF78211-7871-4616-A8AD-AD975F797B66}" type="presOf" srcId="{21D4B404-EF32-4353-99CD-ADA0749DBC75}" destId="{1734E8AA-89A5-47E9-BC05-4CFCE5A23986}" srcOrd="0" destOrd="0" presId="urn:microsoft.com/office/officeart/2005/8/layout/hProcess4"/>
    <dgm:cxn modelId="{E47B701C-93E8-4505-A9BB-6938CDDE4C5E}" type="presOf" srcId="{0825B475-CB02-45F9-9B9B-9154DE59918A}" destId="{E60D8F84-0154-4499-A0BC-C37D4A42D53A}" srcOrd="0" destOrd="0" presId="urn:microsoft.com/office/officeart/2005/8/layout/hProcess4"/>
    <dgm:cxn modelId="{A67A851E-1383-4BB8-A344-B433EBDF63A4}" type="presOf" srcId="{BEE30627-B554-491A-96B7-899F625D0C44}" destId="{9E5F282C-E6CB-4CA3-B90B-318EC9F01C87}" srcOrd="1" destOrd="0" presId="urn:microsoft.com/office/officeart/2005/8/layout/hProcess4"/>
    <dgm:cxn modelId="{825E8624-9056-41EE-BBD3-23F4E16D5FC8}" srcId="{936B6493-EA5C-481F-94BB-C0BC30AF26DF}" destId="{BEE30627-B554-491A-96B7-899F625D0C44}" srcOrd="0" destOrd="0" parTransId="{4923768D-387E-442B-86F6-0EF46811851B}" sibTransId="{948B2D10-1F6F-4F48-9B6E-E86D39E2B974}"/>
    <dgm:cxn modelId="{124FC327-FC0D-413E-AABE-BFE9CA4C5F34}" srcId="{1947CCD4-9862-4ABF-ADA6-668A615313AF}" destId="{963FA01D-21CD-42E7-8D4A-050727D43B69}" srcOrd="0" destOrd="0" parTransId="{411952F1-7FDC-4AF0-963A-A587EE9AD999}" sibTransId="{8DFA5C0F-CB40-42C0-87E0-497B4875BC27}"/>
    <dgm:cxn modelId="{F7078428-9A42-41BD-BF52-F41B4FB3BAC7}" srcId="{66BAFFBC-E3BA-4DBE-A5B7-C5EA06AC5E4E}" destId="{936B6493-EA5C-481F-94BB-C0BC30AF26DF}" srcOrd="7" destOrd="0" parTransId="{44D897B9-D396-42B8-B280-319B8125425F}" sibTransId="{A3B3A473-BB13-44A6-ABA6-6312FFE0CC75}"/>
    <dgm:cxn modelId="{1327BF40-83F3-462C-955C-8433AA7238C1}" srcId="{66BAFFBC-E3BA-4DBE-A5B7-C5EA06AC5E4E}" destId="{35AA7C8C-4170-4F14-83FF-8D74AF17AA31}" srcOrd="6" destOrd="0" parTransId="{21125792-B16E-43A6-BBF5-FC683CEB4D0B}" sibTransId="{CAD68204-041E-4653-B3DD-99DDD315B9C2}"/>
    <dgm:cxn modelId="{C618FE61-04AD-4A8D-8F65-947A1D05E204}" srcId="{0AA350E1-32B8-461F-8585-AB1B27EE3467}" destId="{CAE133AC-E491-4CD8-BA4F-6B864CEE6B07}" srcOrd="0" destOrd="0" parTransId="{97ED4D8B-F186-425B-870A-15E265FC859D}" sibTransId="{D1F20A88-E9A0-4874-A8FA-AAA0C7283D7E}"/>
    <dgm:cxn modelId="{81F86743-CF61-4822-95BB-BCEFF1A9412D}" type="presOf" srcId="{CAD68204-041E-4653-B3DD-99DDD315B9C2}" destId="{33954CE0-91C1-4B02-9166-7832DBA27ADD}" srcOrd="0" destOrd="0" presId="urn:microsoft.com/office/officeart/2005/8/layout/hProcess4"/>
    <dgm:cxn modelId="{48E89246-1924-4CF5-AFC2-3C109471D56F}" type="presOf" srcId="{BEE30627-B554-491A-96B7-899F625D0C44}" destId="{18C482BB-DEBB-48CB-A230-67EF8A8C0A12}" srcOrd="0" destOrd="0" presId="urn:microsoft.com/office/officeart/2005/8/layout/hProcess4"/>
    <dgm:cxn modelId="{CB1FC247-25CA-4334-AA9D-E1372A92D169}" type="presOf" srcId="{936B6493-EA5C-481F-94BB-C0BC30AF26DF}" destId="{087AD412-890F-41DB-87B9-4AC8F0943AC3}" srcOrd="0" destOrd="0" presId="urn:microsoft.com/office/officeart/2005/8/layout/hProcess4"/>
    <dgm:cxn modelId="{61C8604A-5570-4808-9F7C-59302C17DBD2}" type="presOf" srcId="{1947CCD4-9862-4ABF-ADA6-668A615313AF}" destId="{FEB36EBC-2978-4F6C-A256-0A7028BD8E6B}" srcOrd="0" destOrd="0" presId="urn:microsoft.com/office/officeart/2005/8/layout/hProcess4"/>
    <dgm:cxn modelId="{D6A9766A-7A95-447B-8784-EDEA47CA7578}" type="presOf" srcId="{AD90C2CB-7EF0-4C59-B40D-58E0C7D2AE97}" destId="{19138755-9DD8-4146-ABE1-497ECF759CA3}" srcOrd="0" destOrd="0" presId="urn:microsoft.com/office/officeart/2005/8/layout/hProcess4"/>
    <dgm:cxn modelId="{C5D6E64A-3296-4BB6-9E81-9492ED407945}" type="presOf" srcId="{C3DBA174-7425-45B2-8382-DA3BCC79B73F}" destId="{127E141A-4119-4FEB-ADB7-6D67507F8A91}" srcOrd="1" destOrd="0" presId="urn:microsoft.com/office/officeart/2005/8/layout/hProcess4"/>
    <dgm:cxn modelId="{597D276B-BB7F-4A92-9BB8-B7BECFD8A680}" srcId="{0825B475-CB02-45F9-9B9B-9154DE59918A}" destId="{C5137D6E-F8E1-466A-8CF2-9B7B83EFDBEF}" srcOrd="0" destOrd="0" parTransId="{B8D91569-ED3A-4111-A395-2603525518E0}" sibTransId="{785CF67F-9C1C-4236-8D0F-B2F18E98584B}"/>
    <dgm:cxn modelId="{A7B07F4C-BF25-4E27-9AB4-EA030F3FC147}" type="presOf" srcId="{1B786BCB-610D-4E00-9E9E-F01663FF6BFF}" destId="{42EB607E-05A3-462E-B8A9-9E5D44B9B3FC}" srcOrd="0" destOrd="0" presId="urn:microsoft.com/office/officeart/2005/8/layout/hProcess4"/>
    <dgm:cxn modelId="{0B602C53-7E74-451C-84EC-82153CD74340}" type="presOf" srcId="{949EFD23-7A8A-4E82-A512-50A595C96722}" destId="{D9122300-F7EF-4570-BDF3-81D5F3501DAB}" srcOrd="0" destOrd="0" presId="urn:microsoft.com/office/officeart/2005/8/layout/hProcess4"/>
    <dgm:cxn modelId="{E6B14B5A-9419-48FF-9282-4DD810CFBBEA}" srcId="{66BAFFBC-E3BA-4DBE-A5B7-C5EA06AC5E4E}" destId="{98CD1465-1AEB-4D69-9E16-18022CC835A6}" srcOrd="1" destOrd="0" parTransId="{12AEA984-7AE2-42B7-AA92-240AF59971ED}" sibTransId="{DC35E7FC-0098-4D15-A818-09AD5777DDEF}"/>
    <dgm:cxn modelId="{66B5A57D-5AB3-41E4-8466-663B9A4CF9C0}" srcId="{66BAFFBC-E3BA-4DBE-A5B7-C5EA06AC5E4E}" destId="{1B786BCB-610D-4E00-9E9E-F01663FF6BFF}" srcOrd="3" destOrd="0" parTransId="{CE9A436E-738D-41AB-BC2A-20501CAC7F72}" sibTransId="{C2DB4BA2-1F5E-4711-9177-C87D8A01B5E8}"/>
    <dgm:cxn modelId="{ACFC088E-C04F-4F1A-B9B9-C98ABDC12339}" type="presOf" srcId="{98CD1465-1AEB-4D69-9E16-18022CC835A6}" destId="{3D5B7B87-28E8-4990-98A7-B54459167256}" srcOrd="0" destOrd="0" presId="urn:microsoft.com/office/officeart/2005/8/layout/hProcess4"/>
    <dgm:cxn modelId="{09846393-0D39-49AC-9BC1-EFBFACFF4460}" type="presOf" srcId="{FFB7EB1C-8556-4F78-B506-57AF1EF028B5}" destId="{E052C995-0352-4D67-A345-CF81A0EDF639}" srcOrd="1" destOrd="0" presId="urn:microsoft.com/office/officeart/2005/8/layout/hProcess4"/>
    <dgm:cxn modelId="{FC696E94-6836-4481-908B-0CAEE576F9E4}" type="presOf" srcId="{35AA7C8C-4170-4F14-83FF-8D74AF17AA31}" destId="{EAEB743E-FDCF-4528-9F14-1C2EF13FABC0}" srcOrd="0" destOrd="0" presId="urn:microsoft.com/office/officeart/2005/8/layout/hProcess4"/>
    <dgm:cxn modelId="{EC002AA3-EF87-43DA-BA08-CDD1AD9D6FC4}" type="presOf" srcId="{7EDF3838-4E7E-40F5-9084-1DF7D0C6ED7C}" destId="{6BDF08CF-81F1-4A15-8135-E352CDB3F4BB}" srcOrd="0" destOrd="0" presId="urn:microsoft.com/office/officeart/2005/8/layout/hProcess4"/>
    <dgm:cxn modelId="{C8FF40A7-A694-43A5-9829-F2E6E56C0AC6}" type="presOf" srcId="{624CDDBB-C0B4-4B08-A5A6-275457B0943E}" destId="{CA32C1BF-AF0D-4691-A11C-20341305F3FB}" srcOrd="0" destOrd="0" presId="urn:microsoft.com/office/officeart/2005/8/layout/hProcess4"/>
    <dgm:cxn modelId="{4619E8AD-BE78-4A4C-8EDE-24EEB92F7EBE}" type="presOf" srcId="{C3DBA174-7425-45B2-8382-DA3BCC79B73F}" destId="{2E7EC77E-A30C-46E2-88A6-FF94B670187E}" srcOrd="0" destOrd="0" presId="urn:microsoft.com/office/officeart/2005/8/layout/hProcess4"/>
    <dgm:cxn modelId="{7AF410AE-13E8-4620-B4D3-EE82B03CF73B}" srcId="{66BAFFBC-E3BA-4DBE-A5B7-C5EA06AC5E4E}" destId="{0AA350E1-32B8-461F-8585-AB1B27EE3467}" srcOrd="4" destOrd="0" parTransId="{2E752532-2CD1-48F5-94AB-2E4E7A185AF4}" sibTransId="{3A346F12-B8E0-49BB-86F5-85EBB0FB47A3}"/>
    <dgm:cxn modelId="{6E6E26AF-F80C-4A99-8269-227B9B48CD12}" type="presOf" srcId="{21D4B404-EF32-4353-99CD-ADA0749DBC75}" destId="{D79246BA-B24F-400F-9167-B1766F252C7D}" srcOrd="1" destOrd="0" presId="urn:microsoft.com/office/officeart/2005/8/layout/hProcess4"/>
    <dgm:cxn modelId="{6B6A03B1-FF88-41BE-A7F4-831A03D813A3}" srcId="{1B786BCB-610D-4E00-9E9E-F01663FF6BFF}" destId="{21D4B404-EF32-4353-99CD-ADA0749DBC75}" srcOrd="0" destOrd="0" parTransId="{C7719FD7-1E30-4D80-BBF6-41E208BB575C}" sibTransId="{D2511274-AA0A-4637-81A9-ECFA42981F41}"/>
    <dgm:cxn modelId="{27554AB1-ACE7-4FF4-9BBC-D7D592A0CB1E}" srcId="{66BAFFBC-E3BA-4DBE-A5B7-C5EA06AC5E4E}" destId="{949EFD23-7A8A-4E82-A512-50A595C96722}" srcOrd="2" destOrd="0" parTransId="{DD4B2E15-4E6C-44A1-AC07-7499F0F6857E}" sibTransId="{CFBBF388-1CF4-421C-B9C8-B960785CF252}"/>
    <dgm:cxn modelId="{4CF77BB5-43EA-4FA6-91A7-514730F59482}" type="presOf" srcId="{3A346F12-B8E0-49BB-86F5-85EBB0FB47A3}" destId="{E4F7ED0B-7D78-46C7-825D-F18BBC1EE17E}" srcOrd="0" destOrd="0" presId="urn:microsoft.com/office/officeart/2005/8/layout/hProcess4"/>
    <dgm:cxn modelId="{C645C8BA-425F-42AF-8CC2-8ACE65D40D1B}" type="presOf" srcId="{C2DB4BA2-1F5E-4711-9177-C87D8A01B5E8}" destId="{CA9C4F5D-0F67-475C-9307-5C9706E56804}" srcOrd="0" destOrd="0" presId="urn:microsoft.com/office/officeart/2005/8/layout/hProcess4"/>
    <dgm:cxn modelId="{DDAEA1BC-7C50-411A-9AF7-77CEFCC2C030}" type="presOf" srcId="{0AA350E1-32B8-461F-8585-AB1B27EE3467}" destId="{B5602B60-54D4-413D-BDCE-685E3BA54F2A}" srcOrd="0" destOrd="0" presId="urn:microsoft.com/office/officeart/2005/8/layout/hProcess4"/>
    <dgm:cxn modelId="{215891BD-A2D9-4236-8CAD-DCBDDC57D520}" type="presOf" srcId="{66BAFFBC-E3BA-4DBE-A5B7-C5EA06AC5E4E}" destId="{7897349C-BCA2-4F62-9099-2118C5C925EA}" srcOrd="0" destOrd="0" presId="urn:microsoft.com/office/officeart/2005/8/layout/hProcess4"/>
    <dgm:cxn modelId="{1BF78BBF-37B1-4958-A9E4-3241AC13BA24}" type="presOf" srcId="{DC35E7FC-0098-4D15-A818-09AD5777DDEF}" destId="{5324F488-2683-4F64-B170-8C2E4DE49395}" srcOrd="0" destOrd="0" presId="urn:microsoft.com/office/officeart/2005/8/layout/hProcess4"/>
    <dgm:cxn modelId="{980592C2-52EC-430E-91E4-4B10F44AF410}" type="presOf" srcId="{963FA01D-21CD-42E7-8D4A-050727D43B69}" destId="{4598C570-BF39-4986-ABEC-AC28925AC6EC}" srcOrd="0" destOrd="0" presId="urn:microsoft.com/office/officeart/2005/8/layout/hProcess4"/>
    <dgm:cxn modelId="{8A9FBDC9-242D-48A0-BCD9-B48DA560FCAF}" srcId="{35AA7C8C-4170-4F14-83FF-8D74AF17AA31}" destId="{624CDDBB-C0B4-4B08-A5A6-275457B0943E}" srcOrd="0" destOrd="0" parTransId="{99D4E507-CA3E-455C-BA31-9A4343F9BBE7}" sibTransId="{6CE9B865-70C6-481A-BDE8-DAF4E893EB81}"/>
    <dgm:cxn modelId="{E836ECCA-FEDE-4E07-BD5D-9B66AE8C814A}" type="presOf" srcId="{CAE133AC-E491-4CD8-BA4F-6B864CEE6B07}" destId="{EED1583E-1D38-46DE-8996-C8D55B36E9CE}" srcOrd="0" destOrd="0" presId="urn:microsoft.com/office/officeart/2005/8/layout/hProcess4"/>
    <dgm:cxn modelId="{885707CB-F733-4C13-88EB-B65C4E075585}" srcId="{949EFD23-7A8A-4E82-A512-50A595C96722}" destId="{FFB7EB1C-8556-4F78-B506-57AF1EF028B5}" srcOrd="0" destOrd="0" parTransId="{B2645C74-9EB2-45E1-AC75-D81F49199E94}" sibTransId="{45E12E4B-BF42-444C-872C-4F6CD36D3399}"/>
    <dgm:cxn modelId="{831C22CD-570E-42AD-8DB7-1DF49DED7B72}" type="presOf" srcId="{C5137D6E-F8E1-466A-8CF2-9B7B83EFDBEF}" destId="{5A452302-8DF3-4757-8539-9D0DEB08A38A}" srcOrd="0" destOrd="0" presId="urn:microsoft.com/office/officeart/2005/8/layout/hProcess4"/>
    <dgm:cxn modelId="{AAE0D8D4-740B-4772-BA64-64122BB3A95D}" srcId="{66BAFFBC-E3BA-4DBE-A5B7-C5EA06AC5E4E}" destId="{1947CCD4-9862-4ABF-ADA6-668A615313AF}" srcOrd="0" destOrd="0" parTransId="{DCDEC47A-CE01-4844-819A-33682A07A095}" sibTransId="{7EDF3838-4E7E-40F5-9084-1DF7D0C6ED7C}"/>
    <dgm:cxn modelId="{E5A437E2-2D26-4A94-A7C0-F71F794BCBE9}" type="presOf" srcId="{C5137D6E-F8E1-466A-8CF2-9B7B83EFDBEF}" destId="{09347C92-E92E-4081-9777-B6062EC098AE}" srcOrd="1" destOrd="0" presId="urn:microsoft.com/office/officeart/2005/8/layout/hProcess4"/>
    <dgm:cxn modelId="{0C6C58EA-B183-4E5F-AC66-443B937405B0}" srcId="{66BAFFBC-E3BA-4DBE-A5B7-C5EA06AC5E4E}" destId="{0825B475-CB02-45F9-9B9B-9154DE59918A}" srcOrd="5" destOrd="0" parTransId="{72887FE9-C637-4595-A4E6-C4680D99E90C}" sibTransId="{AD90C2CB-7EF0-4C59-B40D-58E0C7D2AE97}"/>
    <dgm:cxn modelId="{EDFA18F1-17A6-4EB8-B4A5-CEC019D784E9}" type="presOf" srcId="{CFBBF388-1CF4-421C-B9C8-B960785CF252}" destId="{B0B72B3A-A03D-410F-9FD5-84EA135AB590}" srcOrd="0" destOrd="0" presId="urn:microsoft.com/office/officeart/2005/8/layout/hProcess4"/>
    <dgm:cxn modelId="{A13697F2-6FA1-4EA4-8294-B689C58BAFDD}" type="presOf" srcId="{624CDDBB-C0B4-4B08-A5A6-275457B0943E}" destId="{87DF7095-4716-4C54-B2E3-D3402EA08170}" srcOrd="1" destOrd="0" presId="urn:microsoft.com/office/officeart/2005/8/layout/hProcess4"/>
    <dgm:cxn modelId="{2E17BAF2-7113-4F36-A3BF-B59FC9E570D0}" type="presOf" srcId="{CAE133AC-E491-4CD8-BA4F-6B864CEE6B07}" destId="{61F80C95-D0EE-4DA0-A9B6-2C4F51D7F4CB}" srcOrd="1" destOrd="0" presId="urn:microsoft.com/office/officeart/2005/8/layout/hProcess4"/>
    <dgm:cxn modelId="{3CB34AFF-033C-48BF-88F6-2EEE6FCECEF8}" srcId="{98CD1465-1AEB-4D69-9E16-18022CC835A6}" destId="{C3DBA174-7425-45B2-8382-DA3BCC79B73F}" srcOrd="0" destOrd="0" parTransId="{9DF3D108-197A-489C-B4CF-3C5C6A1C134E}" sibTransId="{963923EF-AA6D-43F4-913D-4E415F2B0BD7}"/>
    <dgm:cxn modelId="{E2E6B968-85A3-4354-AD14-CA93969E180E}" type="presParOf" srcId="{7897349C-BCA2-4F62-9099-2118C5C925EA}" destId="{9E9615AE-1A8D-4496-B45A-C3875B94AEB7}" srcOrd="0" destOrd="0" presId="urn:microsoft.com/office/officeart/2005/8/layout/hProcess4"/>
    <dgm:cxn modelId="{9751374E-6EDB-42FC-A01E-0A50D71DFE58}" type="presParOf" srcId="{7897349C-BCA2-4F62-9099-2118C5C925EA}" destId="{A30CE98E-CEA7-4195-A206-24383FEDAA13}" srcOrd="1" destOrd="0" presId="urn:microsoft.com/office/officeart/2005/8/layout/hProcess4"/>
    <dgm:cxn modelId="{99E0FB16-AE44-40CC-804F-90F56925AB02}" type="presParOf" srcId="{7897349C-BCA2-4F62-9099-2118C5C925EA}" destId="{B5CA7B68-287D-4631-8E82-8A943BC81A09}" srcOrd="2" destOrd="0" presId="urn:microsoft.com/office/officeart/2005/8/layout/hProcess4"/>
    <dgm:cxn modelId="{C4DA9C37-8527-48AE-92DC-93A84D4A5F4E}" type="presParOf" srcId="{B5CA7B68-287D-4631-8E82-8A943BC81A09}" destId="{07A472EA-26FA-478B-82E8-02BF60DC4775}" srcOrd="0" destOrd="0" presId="urn:microsoft.com/office/officeart/2005/8/layout/hProcess4"/>
    <dgm:cxn modelId="{3DFD0175-280D-4016-8969-B89E8AB30B1F}" type="presParOf" srcId="{07A472EA-26FA-478B-82E8-02BF60DC4775}" destId="{EBB88DB3-8AE8-4333-A66E-60AADD1F8CE0}" srcOrd="0" destOrd="0" presId="urn:microsoft.com/office/officeart/2005/8/layout/hProcess4"/>
    <dgm:cxn modelId="{9312AFE3-67FB-4CE8-99AD-E99B46D549BA}" type="presParOf" srcId="{07A472EA-26FA-478B-82E8-02BF60DC4775}" destId="{4598C570-BF39-4986-ABEC-AC28925AC6EC}" srcOrd="1" destOrd="0" presId="urn:microsoft.com/office/officeart/2005/8/layout/hProcess4"/>
    <dgm:cxn modelId="{7F5534C1-FD8B-4578-A5D4-EED4D18D1956}" type="presParOf" srcId="{07A472EA-26FA-478B-82E8-02BF60DC4775}" destId="{77D97104-0CB9-4DAF-9052-321D21E36F5D}" srcOrd="2" destOrd="0" presId="urn:microsoft.com/office/officeart/2005/8/layout/hProcess4"/>
    <dgm:cxn modelId="{5F3F8FBC-E3AA-42F7-88E4-6E14FDED1CEF}" type="presParOf" srcId="{07A472EA-26FA-478B-82E8-02BF60DC4775}" destId="{FEB36EBC-2978-4F6C-A256-0A7028BD8E6B}" srcOrd="3" destOrd="0" presId="urn:microsoft.com/office/officeart/2005/8/layout/hProcess4"/>
    <dgm:cxn modelId="{B7EA5780-7C79-47AB-ADB7-7BF21F4E8E70}" type="presParOf" srcId="{07A472EA-26FA-478B-82E8-02BF60DC4775}" destId="{DC9F1099-C757-4956-82FA-52972FE408E0}" srcOrd="4" destOrd="0" presId="urn:microsoft.com/office/officeart/2005/8/layout/hProcess4"/>
    <dgm:cxn modelId="{82B3E482-B5AD-4002-9002-07DBCE7246AD}" type="presParOf" srcId="{B5CA7B68-287D-4631-8E82-8A943BC81A09}" destId="{6BDF08CF-81F1-4A15-8135-E352CDB3F4BB}" srcOrd="1" destOrd="0" presId="urn:microsoft.com/office/officeart/2005/8/layout/hProcess4"/>
    <dgm:cxn modelId="{38D35241-E231-4E9A-8209-9245BFC55604}" type="presParOf" srcId="{B5CA7B68-287D-4631-8E82-8A943BC81A09}" destId="{A070F575-FD9D-4B5C-8E0C-D8C8D6F15898}" srcOrd="2" destOrd="0" presId="urn:microsoft.com/office/officeart/2005/8/layout/hProcess4"/>
    <dgm:cxn modelId="{BFF0BB93-AE0D-4B00-AF07-A041F0B25893}" type="presParOf" srcId="{A070F575-FD9D-4B5C-8E0C-D8C8D6F15898}" destId="{7BD6D3F6-00DF-4AAF-8601-3DB90172A0E5}" srcOrd="0" destOrd="0" presId="urn:microsoft.com/office/officeart/2005/8/layout/hProcess4"/>
    <dgm:cxn modelId="{E1D6ACE3-83C5-4D87-A88A-751F998DC1E1}" type="presParOf" srcId="{A070F575-FD9D-4B5C-8E0C-D8C8D6F15898}" destId="{2E7EC77E-A30C-46E2-88A6-FF94B670187E}" srcOrd="1" destOrd="0" presId="urn:microsoft.com/office/officeart/2005/8/layout/hProcess4"/>
    <dgm:cxn modelId="{26E20251-0EF2-4A2D-9C17-9646927BC410}" type="presParOf" srcId="{A070F575-FD9D-4B5C-8E0C-D8C8D6F15898}" destId="{127E141A-4119-4FEB-ADB7-6D67507F8A91}" srcOrd="2" destOrd="0" presId="urn:microsoft.com/office/officeart/2005/8/layout/hProcess4"/>
    <dgm:cxn modelId="{59B09899-AA18-4C8D-9856-F2557B6114E2}" type="presParOf" srcId="{A070F575-FD9D-4B5C-8E0C-D8C8D6F15898}" destId="{3D5B7B87-28E8-4990-98A7-B54459167256}" srcOrd="3" destOrd="0" presId="urn:microsoft.com/office/officeart/2005/8/layout/hProcess4"/>
    <dgm:cxn modelId="{98107D2F-9CD6-4A66-9DB2-FB413D438F25}" type="presParOf" srcId="{A070F575-FD9D-4B5C-8E0C-D8C8D6F15898}" destId="{D7208A92-6AA9-4FFB-A361-1C964BF60BDC}" srcOrd="4" destOrd="0" presId="urn:microsoft.com/office/officeart/2005/8/layout/hProcess4"/>
    <dgm:cxn modelId="{7E4C954C-7BA0-451C-BDFD-C6CC010CFE94}" type="presParOf" srcId="{B5CA7B68-287D-4631-8E82-8A943BC81A09}" destId="{5324F488-2683-4F64-B170-8C2E4DE49395}" srcOrd="3" destOrd="0" presId="urn:microsoft.com/office/officeart/2005/8/layout/hProcess4"/>
    <dgm:cxn modelId="{CD36ED8C-C5F3-4645-9597-E1AC0876DE1E}" type="presParOf" srcId="{B5CA7B68-287D-4631-8E82-8A943BC81A09}" destId="{6BD6E134-BBB0-4DAF-995B-24293F6A8CC9}" srcOrd="4" destOrd="0" presId="urn:microsoft.com/office/officeart/2005/8/layout/hProcess4"/>
    <dgm:cxn modelId="{20394A37-C1E9-4848-9F48-7D89CF44DC8D}" type="presParOf" srcId="{6BD6E134-BBB0-4DAF-995B-24293F6A8CC9}" destId="{C37D179A-A633-4163-B39B-E87216ECEAAF}" srcOrd="0" destOrd="0" presId="urn:microsoft.com/office/officeart/2005/8/layout/hProcess4"/>
    <dgm:cxn modelId="{383C3298-C76A-4CFB-BA65-9D9560241D7E}" type="presParOf" srcId="{6BD6E134-BBB0-4DAF-995B-24293F6A8CC9}" destId="{352CF4FD-D249-4DF2-A642-5B009D86E76E}" srcOrd="1" destOrd="0" presId="urn:microsoft.com/office/officeart/2005/8/layout/hProcess4"/>
    <dgm:cxn modelId="{11BCC462-361F-482A-8588-F4342EA4433D}" type="presParOf" srcId="{6BD6E134-BBB0-4DAF-995B-24293F6A8CC9}" destId="{E052C995-0352-4D67-A345-CF81A0EDF639}" srcOrd="2" destOrd="0" presId="urn:microsoft.com/office/officeart/2005/8/layout/hProcess4"/>
    <dgm:cxn modelId="{0E69DFB5-3F7F-4A32-87CE-C05E515FE011}" type="presParOf" srcId="{6BD6E134-BBB0-4DAF-995B-24293F6A8CC9}" destId="{D9122300-F7EF-4570-BDF3-81D5F3501DAB}" srcOrd="3" destOrd="0" presId="urn:microsoft.com/office/officeart/2005/8/layout/hProcess4"/>
    <dgm:cxn modelId="{139104BC-C8BE-4455-8083-012EBED6563B}" type="presParOf" srcId="{6BD6E134-BBB0-4DAF-995B-24293F6A8CC9}" destId="{AC64947E-1F7B-48EE-A134-417220114C51}" srcOrd="4" destOrd="0" presId="urn:microsoft.com/office/officeart/2005/8/layout/hProcess4"/>
    <dgm:cxn modelId="{18893A0C-ACAF-4FDE-9023-E8BB461F771B}" type="presParOf" srcId="{B5CA7B68-287D-4631-8E82-8A943BC81A09}" destId="{B0B72B3A-A03D-410F-9FD5-84EA135AB590}" srcOrd="5" destOrd="0" presId="urn:microsoft.com/office/officeart/2005/8/layout/hProcess4"/>
    <dgm:cxn modelId="{315DE318-C40D-434A-832F-6631A0AB2421}" type="presParOf" srcId="{B5CA7B68-287D-4631-8E82-8A943BC81A09}" destId="{E21F9CA4-2142-4CA0-AC88-265F9E56366E}" srcOrd="6" destOrd="0" presId="urn:microsoft.com/office/officeart/2005/8/layout/hProcess4"/>
    <dgm:cxn modelId="{0157677D-895D-4E98-B8A2-955E27C0AA38}" type="presParOf" srcId="{E21F9CA4-2142-4CA0-AC88-265F9E56366E}" destId="{FAB1624D-84FD-4FA3-B95B-66DE6733438A}" srcOrd="0" destOrd="0" presId="urn:microsoft.com/office/officeart/2005/8/layout/hProcess4"/>
    <dgm:cxn modelId="{6E650B20-89D3-4BB9-B036-2F6C4D7D0C10}" type="presParOf" srcId="{E21F9CA4-2142-4CA0-AC88-265F9E56366E}" destId="{1734E8AA-89A5-47E9-BC05-4CFCE5A23986}" srcOrd="1" destOrd="0" presId="urn:microsoft.com/office/officeart/2005/8/layout/hProcess4"/>
    <dgm:cxn modelId="{BB585546-389A-4359-9C96-9C0762855B16}" type="presParOf" srcId="{E21F9CA4-2142-4CA0-AC88-265F9E56366E}" destId="{D79246BA-B24F-400F-9167-B1766F252C7D}" srcOrd="2" destOrd="0" presId="urn:microsoft.com/office/officeart/2005/8/layout/hProcess4"/>
    <dgm:cxn modelId="{0BB4A0F9-4F05-490A-86C2-CF417C78A1B4}" type="presParOf" srcId="{E21F9CA4-2142-4CA0-AC88-265F9E56366E}" destId="{42EB607E-05A3-462E-B8A9-9E5D44B9B3FC}" srcOrd="3" destOrd="0" presId="urn:microsoft.com/office/officeart/2005/8/layout/hProcess4"/>
    <dgm:cxn modelId="{D9F89CD3-D8F0-472F-845E-EA8067BF2EDF}" type="presParOf" srcId="{E21F9CA4-2142-4CA0-AC88-265F9E56366E}" destId="{35E9005F-B089-48AE-8F88-B767C8E7F377}" srcOrd="4" destOrd="0" presId="urn:microsoft.com/office/officeart/2005/8/layout/hProcess4"/>
    <dgm:cxn modelId="{C009B749-4144-49AB-BA95-1A301C79BCB1}" type="presParOf" srcId="{B5CA7B68-287D-4631-8E82-8A943BC81A09}" destId="{CA9C4F5D-0F67-475C-9307-5C9706E56804}" srcOrd="7" destOrd="0" presId="urn:microsoft.com/office/officeart/2005/8/layout/hProcess4"/>
    <dgm:cxn modelId="{FEFB7E6B-3CDC-434A-8FCB-75A52092FEF9}" type="presParOf" srcId="{B5CA7B68-287D-4631-8E82-8A943BC81A09}" destId="{298B3868-7DC7-43FD-BA53-6E8E5A741FBE}" srcOrd="8" destOrd="0" presId="urn:microsoft.com/office/officeart/2005/8/layout/hProcess4"/>
    <dgm:cxn modelId="{A1236598-CBE9-4439-9D2E-91C3E0099070}" type="presParOf" srcId="{298B3868-7DC7-43FD-BA53-6E8E5A741FBE}" destId="{44584354-5C66-4936-876A-DC3436B24112}" srcOrd="0" destOrd="0" presId="urn:microsoft.com/office/officeart/2005/8/layout/hProcess4"/>
    <dgm:cxn modelId="{7AB6F7A7-9ED0-4347-9804-45DC5EAA6659}" type="presParOf" srcId="{298B3868-7DC7-43FD-BA53-6E8E5A741FBE}" destId="{EED1583E-1D38-46DE-8996-C8D55B36E9CE}" srcOrd="1" destOrd="0" presId="urn:microsoft.com/office/officeart/2005/8/layout/hProcess4"/>
    <dgm:cxn modelId="{0DF6E582-4A85-4EEF-B281-AA2B912F8542}" type="presParOf" srcId="{298B3868-7DC7-43FD-BA53-6E8E5A741FBE}" destId="{61F80C95-D0EE-4DA0-A9B6-2C4F51D7F4CB}" srcOrd="2" destOrd="0" presId="urn:microsoft.com/office/officeart/2005/8/layout/hProcess4"/>
    <dgm:cxn modelId="{A26D4A0A-DE3A-4C3B-89EE-F3DDE9F9400E}" type="presParOf" srcId="{298B3868-7DC7-43FD-BA53-6E8E5A741FBE}" destId="{B5602B60-54D4-413D-BDCE-685E3BA54F2A}" srcOrd="3" destOrd="0" presId="urn:microsoft.com/office/officeart/2005/8/layout/hProcess4"/>
    <dgm:cxn modelId="{2351782F-83F3-4EE1-A795-F2741B7DFBA0}" type="presParOf" srcId="{298B3868-7DC7-43FD-BA53-6E8E5A741FBE}" destId="{AD1F8923-876D-401A-9AA2-C1056DA027AD}" srcOrd="4" destOrd="0" presId="urn:microsoft.com/office/officeart/2005/8/layout/hProcess4"/>
    <dgm:cxn modelId="{51C66673-9AD0-4E00-9A27-A01B27711086}" type="presParOf" srcId="{B5CA7B68-287D-4631-8E82-8A943BC81A09}" destId="{E4F7ED0B-7D78-46C7-825D-F18BBC1EE17E}" srcOrd="9" destOrd="0" presId="urn:microsoft.com/office/officeart/2005/8/layout/hProcess4"/>
    <dgm:cxn modelId="{7DA61D83-0F54-4A31-9B22-6429674B10E4}" type="presParOf" srcId="{B5CA7B68-287D-4631-8E82-8A943BC81A09}" destId="{4EC02EB1-D328-4475-8BA6-D9AD93583746}" srcOrd="10" destOrd="0" presId="urn:microsoft.com/office/officeart/2005/8/layout/hProcess4"/>
    <dgm:cxn modelId="{ACD99730-5C67-4563-9B71-7C6A52AEDD37}" type="presParOf" srcId="{4EC02EB1-D328-4475-8BA6-D9AD93583746}" destId="{DA364265-D0A4-471A-BF1F-E22F65BFB2AD}" srcOrd="0" destOrd="0" presId="urn:microsoft.com/office/officeart/2005/8/layout/hProcess4"/>
    <dgm:cxn modelId="{27602DB5-E2E9-4D42-BE13-C44ED9605692}" type="presParOf" srcId="{4EC02EB1-D328-4475-8BA6-D9AD93583746}" destId="{5A452302-8DF3-4757-8539-9D0DEB08A38A}" srcOrd="1" destOrd="0" presId="urn:microsoft.com/office/officeart/2005/8/layout/hProcess4"/>
    <dgm:cxn modelId="{4C22787D-35AE-45B8-BF50-90B2BD5DD8F4}" type="presParOf" srcId="{4EC02EB1-D328-4475-8BA6-D9AD93583746}" destId="{09347C92-E92E-4081-9777-B6062EC098AE}" srcOrd="2" destOrd="0" presId="urn:microsoft.com/office/officeart/2005/8/layout/hProcess4"/>
    <dgm:cxn modelId="{855E1E0C-0B6B-47EF-8AFF-FCF058977053}" type="presParOf" srcId="{4EC02EB1-D328-4475-8BA6-D9AD93583746}" destId="{E60D8F84-0154-4499-A0BC-C37D4A42D53A}" srcOrd="3" destOrd="0" presId="urn:microsoft.com/office/officeart/2005/8/layout/hProcess4"/>
    <dgm:cxn modelId="{68264973-FAF8-47F3-9D52-B0BF24566DD6}" type="presParOf" srcId="{4EC02EB1-D328-4475-8BA6-D9AD93583746}" destId="{705B5B3D-4147-4C05-B1ED-B169E5A7B4B8}" srcOrd="4" destOrd="0" presId="urn:microsoft.com/office/officeart/2005/8/layout/hProcess4"/>
    <dgm:cxn modelId="{FC7C3365-85C2-489B-99C7-FF61A42F0846}" type="presParOf" srcId="{B5CA7B68-287D-4631-8E82-8A943BC81A09}" destId="{19138755-9DD8-4146-ABE1-497ECF759CA3}" srcOrd="11" destOrd="0" presId="urn:microsoft.com/office/officeart/2005/8/layout/hProcess4"/>
    <dgm:cxn modelId="{53A077BF-E7A2-41DC-8C0F-61256A576385}" type="presParOf" srcId="{B5CA7B68-287D-4631-8E82-8A943BC81A09}" destId="{13F34FAC-1F59-45AB-9829-590D3B67E452}" srcOrd="12" destOrd="0" presId="urn:microsoft.com/office/officeart/2005/8/layout/hProcess4"/>
    <dgm:cxn modelId="{1DB02D3B-CBDD-4798-ACFF-6D686FE1A02C}" type="presParOf" srcId="{13F34FAC-1F59-45AB-9829-590D3B67E452}" destId="{891AAD93-89E7-4C63-87CA-749C82037C4A}" srcOrd="0" destOrd="0" presId="urn:microsoft.com/office/officeart/2005/8/layout/hProcess4"/>
    <dgm:cxn modelId="{88C589C2-F1B2-4D13-AAA2-F3D1E6D56098}" type="presParOf" srcId="{13F34FAC-1F59-45AB-9829-590D3B67E452}" destId="{CA32C1BF-AF0D-4691-A11C-20341305F3FB}" srcOrd="1" destOrd="0" presId="urn:microsoft.com/office/officeart/2005/8/layout/hProcess4"/>
    <dgm:cxn modelId="{CAFCABC9-FE02-498E-8DB7-12CFBB7964A8}" type="presParOf" srcId="{13F34FAC-1F59-45AB-9829-590D3B67E452}" destId="{87DF7095-4716-4C54-B2E3-D3402EA08170}" srcOrd="2" destOrd="0" presId="urn:microsoft.com/office/officeart/2005/8/layout/hProcess4"/>
    <dgm:cxn modelId="{9B244578-1984-4600-BBF7-C300D1649A88}" type="presParOf" srcId="{13F34FAC-1F59-45AB-9829-590D3B67E452}" destId="{EAEB743E-FDCF-4528-9F14-1C2EF13FABC0}" srcOrd="3" destOrd="0" presId="urn:microsoft.com/office/officeart/2005/8/layout/hProcess4"/>
    <dgm:cxn modelId="{34B1F652-DBD3-40A5-9563-84BB22991F0D}" type="presParOf" srcId="{13F34FAC-1F59-45AB-9829-590D3B67E452}" destId="{26E62851-4A7E-402C-9D96-1F6DF3AC3FB3}" srcOrd="4" destOrd="0" presId="urn:microsoft.com/office/officeart/2005/8/layout/hProcess4"/>
    <dgm:cxn modelId="{FF42CAA1-BCCB-4247-B173-8CC7211041F4}" type="presParOf" srcId="{B5CA7B68-287D-4631-8E82-8A943BC81A09}" destId="{33954CE0-91C1-4B02-9166-7832DBA27ADD}" srcOrd="13" destOrd="0" presId="urn:microsoft.com/office/officeart/2005/8/layout/hProcess4"/>
    <dgm:cxn modelId="{6C746C3C-B5FE-4358-9A7A-145894EB759A}" type="presParOf" srcId="{B5CA7B68-287D-4631-8E82-8A943BC81A09}" destId="{DA9F5F62-504B-44A8-944E-59711673EF8E}" srcOrd="14" destOrd="0" presId="urn:microsoft.com/office/officeart/2005/8/layout/hProcess4"/>
    <dgm:cxn modelId="{CFB149EF-FC57-4A59-B158-E9EEC73DC3B5}" type="presParOf" srcId="{DA9F5F62-504B-44A8-944E-59711673EF8E}" destId="{D091520E-319B-49BE-93B7-40685D9AAF1D}" srcOrd="0" destOrd="0" presId="urn:microsoft.com/office/officeart/2005/8/layout/hProcess4"/>
    <dgm:cxn modelId="{1A0C245B-D5A2-46C6-8B2D-D96FB002DFB2}" type="presParOf" srcId="{DA9F5F62-504B-44A8-944E-59711673EF8E}" destId="{18C482BB-DEBB-48CB-A230-67EF8A8C0A12}" srcOrd="1" destOrd="0" presId="urn:microsoft.com/office/officeart/2005/8/layout/hProcess4"/>
    <dgm:cxn modelId="{0C3A4DC3-80C0-4DC6-817C-7E9DE9775AB5}" type="presParOf" srcId="{DA9F5F62-504B-44A8-944E-59711673EF8E}" destId="{9E5F282C-E6CB-4CA3-B90B-318EC9F01C87}" srcOrd="2" destOrd="0" presId="urn:microsoft.com/office/officeart/2005/8/layout/hProcess4"/>
    <dgm:cxn modelId="{4EA6949B-C10B-4C9F-8DC9-715B73FB61A4}" type="presParOf" srcId="{DA9F5F62-504B-44A8-944E-59711673EF8E}" destId="{087AD412-890F-41DB-87B9-4AC8F0943AC3}" srcOrd="3" destOrd="0" presId="urn:microsoft.com/office/officeart/2005/8/layout/hProcess4"/>
    <dgm:cxn modelId="{620450B6-0272-43DB-B649-CAF0F7D2CAFE}" type="presParOf" srcId="{DA9F5F62-504B-44A8-944E-59711673EF8E}" destId="{5BB2DBC4-D95F-422F-82C4-EDA138A7218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8C570-BF39-4986-ABEC-AC28925AC6EC}">
      <dsp:nvSpPr>
        <dsp:cNvPr id="0" name=""/>
        <dsp:cNvSpPr/>
      </dsp:nvSpPr>
      <dsp:spPr>
        <a:xfrm>
          <a:off x="439521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3</a:t>
          </a:r>
          <a:endParaRPr lang="zh-TW" altLang="en-US" sz="2000" kern="1200" dirty="0"/>
        </a:p>
      </dsp:txBody>
      <dsp:txXfrm>
        <a:off x="450876" y="268125"/>
        <a:ext cx="575505" cy="364963"/>
      </dsp:txXfrm>
    </dsp:sp>
    <dsp:sp modelId="{6BDF08CF-81F1-4A15-8135-E352CDB3F4BB}">
      <dsp:nvSpPr>
        <dsp:cNvPr id="0" name=""/>
        <dsp:cNvSpPr/>
      </dsp:nvSpPr>
      <dsp:spPr>
        <a:xfrm>
          <a:off x="661491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B36EBC-2978-4F6C-A256-0A7028BD8E6B}">
      <dsp:nvSpPr>
        <dsp:cNvPr id="0" name=""/>
        <dsp:cNvSpPr/>
      </dsp:nvSpPr>
      <dsp:spPr>
        <a:xfrm>
          <a:off x="572458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/>
            <a:t>Digit-0</a:t>
          </a:r>
          <a:endParaRPr lang="zh-TW" altLang="en-US" sz="1200" kern="1200" dirty="0"/>
        </a:p>
      </dsp:txBody>
      <dsp:txXfrm>
        <a:off x="578651" y="650637"/>
        <a:ext cx="519361" cy="199072"/>
      </dsp:txXfrm>
    </dsp:sp>
    <dsp:sp modelId="{2E7EC77E-A30C-46E2-88A6-FF94B670187E}">
      <dsp:nvSpPr>
        <dsp:cNvPr id="0" name=""/>
        <dsp:cNvSpPr/>
      </dsp:nvSpPr>
      <dsp:spPr>
        <a:xfrm>
          <a:off x="1580861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4</a:t>
          </a:r>
          <a:endParaRPr lang="zh-TW" altLang="en-US" sz="2000" kern="1200" dirty="0"/>
        </a:p>
      </dsp:txBody>
      <dsp:txXfrm>
        <a:off x="1592216" y="373855"/>
        <a:ext cx="575505" cy="364963"/>
      </dsp:txXfrm>
    </dsp:sp>
    <dsp:sp modelId="{5324F488-2683-4F64-B170-8C2E4DE49395}">
      <dsp:nvSpPr>
        <dsp:cNvPr id="0" name=""/>
        <dsp:cNvSpPr/>
      </dsp:nvSpPr>
      <dsp:spPr>
        <a:xfrm>
          <a:off x="1797845" y="-242191"/>
          <a:ext cx="1342143" cy="1342143"/>
        </a:xfrm>
        <a:prstGeom prst="circularArrow">
          <a:avLst>
            <a:gd name="adj1" fmla="val 7458"/>
            <a:gd name="adj2" fmla="val 1023117"/>
            <a:gd name="adj3" fmla="val 18801373"/>
            <a:gd name="adj4" fmla="val 12575511"/>
            <a:gd name="adj5" fmla="val 870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5B7B87-28E8-4990-98A7-B54459167256}">
      <dsp:nvSpPr>
        <dsp:cNvPr id="0" name=""/>
        <dsp:cNvSpPr/>
      </dsp:nvSpPr>
      <dsp:spPr>
        <a:xfrm>
          <a:off x="1713798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digit-2</a:t>
          </a:r>
          <a:endParaRPr lang="zh-TW" altLang="en-US" sz="1400" kern="1200" dirty="0"/>
        </a:p>
      </dsp:txBody>
      <dsp:txXfrm>
        <a:off x="1719991" y="157234"/>
        <a:ext cx="519361" cy="199072"/>
      </dsp:txXfrm>
    </dsp:sp>
    <dsp:sp modelId="{352CF4FD-D249-4DF2-A642-5B009D86E76E}">
      <dsp:nvSpPr>
        <dsp:cNvPr id="0" name=""/>
        <dsp:cNvSpPr/>
      </dsp:nvSpPr>
      <dsp:spPr>
        <a:xfrm>
          <a:off x="2722200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0</a:t>
          </a:r>
          <a:endParaRPr lang="zh-TW" altLang="en-US" sz="2000" kern="1200" dirty="0"/>
        </a:p>
      </dsp:txBody>
      <dsp:txXfrm>
        <a:off x="2733555" y="268125"/>
        <a:ext cx="575505" cy="364963"/>
      </dsp:txXfrm>
    </dsp:sp>
    <dsp:sp modelId="{B0B72B3A-A03D-410F-9FD5-84EA135AB590}">
      <dsp:nvSpPr>
        <dsp:cNvPr id="0" name=""/>
        <dsp:cNvSpPr/>
      </dsp:nvSpPr>
      <dsp:spPr>
        <a:xfrm>
          <a:off x="2944170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122300-F7EF-4570-BDF3-81D5F3501DAB}">
      <dsp:nvSpPr>
        <dsp:cNvPr id="0" name=""/>
        <dsp:cNvSpPr/>
      </dsp:nvSpPr>
      <dsp:spPr>
        <a:xfrm>
          <a:off x="2855137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digit-4</a:t>
          </a:r>
          <a:endParaRPr lang="zh-TW" altLang="en-US" sz="1400" kern="1200" dirty="0"/>
        </a:p>
      </dsp:txBody>
      <dsp:txXfrm>
        <a:off x="2861330" y="650637"/>
        <a:ext cx="519361" cy="199072"/>
      </dsp:txXfrm>
    </dsp:sp>
    <dsp:sp modelId="{1734E8AA-89A5-47E9-BC05-4CFCE5A23986}">
      <dsp:nvSpPr>
        <dsp:cNvPr id="0" name=""/>
        <dsp:cNvSpPr/>
      </dsp:nvSpPr>
      <dsp:spPr>
        <a:xfrm>
          <a:off x="3863540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TW" sz="2000" kern="1200" dirty="0"/>
            <a:t>1</a:t>
          </a:r>
          <a:endParaRPr lang="zh-TW" altLang="en-US" sz="2000" kern="1200" dirty="0"/>
        </a:p>
      </dsp:txBody>
      <dsp:txXfrm>
        <a:off x="3874895" y="373855"/>
        <a:ext cx="575505" cy="364963"/>
      </dsp:txXfrm>
    </dsp:sp>
    <dsp:sp modelId="{CA9C4F5D-0F67-475C-9307-5C9706E56804}">
      <dsp:nvSpPr>
        <dsp:cNvPr id="0" name=""/>
        <dsp:cNvSpPr/>
      </dsp:nvSpPr>
      <dsp:spPr>
        <a:xfrm>
          <a:off x="4080525" y="-242191"/>
          <a:ext cx="1342143" cy="1342143"/>
        </a:xfrm>
        <a:prstGeom prst="circularArrow">
          <a:avLst>
            <a:gd name="adj1" fmla="val 7458"/>
            <a:gd name="adj2" fmla="val 1023117"/>
            <a:gd name="adj3" fmla="val 18801373"/>
            <a:gd name="adj4" fmla="val 12575511"/>
            <a:gd name="adj5" fmla="val 870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EB607E-05A3-462E-B8A9-9E5D44B9B3FC}">
      <dsp:nvSpPr>
        <dsp:cNvPr id="0" name=""/>
        <dsp:cNvSpPr/>
      </dsp:nvSpPr>
      <dsp:spPr>
        <a:xfrm>
          <a:off x="3996477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digit-6</a:t>
          </a:r>
          <a:endParaRPr lang="zh-TW" altLang="en-US" sz="1400" kern="1200" dirty="0"/>
        </a:p>
      </dsp:txBody>
      <dsp:txXfrm>
        <a:off x="4002670" y="157234"/>
        <a:ext cx="519361" cy="199072"/>
      </dsp:txXfrm>
    </dsp:sp>
    <dsp:sp modelId="{EED1583E-1D38-46DE-8996-C8D55B36E9CE}">
      <dsp:nvSpPr>
        <dsp:cNvPr id="0" name=""/>
        <dsp:cNvSpPr/>
      </dsp:nvSpPr>
      <dsp:spPr>
        <a:xfrm>
          <a:off x="5004880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TW" sz="2000" kern="1200" dirty="0"/>
            <a:t>0</a:t>
          </a:r>
          <a:endParaRPr lang="zh-TW" altLang="en-US" sz="2000" kern="1200" dirty="0"/>
        </a:p>
      </dsp:txBody>
      <dsp:txXfrm>
        <a:off x="5016235" y="268125"/>
        <a:ext cx="575505" cy="364963"/>
      </dsp:txXfrm>
    </dsp:sp>
    <dsp:sp modelId="{E4F7ED0B-7D78-46C7-825D-F18BBC1EE17E}">
      <dsp:nvSpPr>
        <dsp:cNvPr id="0" name=""/>
        <dsp:cNvSpPr/>
      </dsp:nvSpPr>
      <dsp:spPr>
        <a:xfrm>
          <a:off x="5226849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602B60-54D4-413D-BDCE-685E3BA54F2A}">
      <dsp:nvSpPr>
        <dsp:cNvPr id="0" name=""/>
        <dsp:cNvSpPr/>
      </dsp:nvSpPr>
      <dsp:spPr>
        <a:xfrm>
          <a:off x="5137817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digit-7</a:t>
          </a:r>
          <a:endParaRPr lang="zh-TW" altLang="en-US" sz="1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144010" y="650637"/>
        <a:ext cx="519361" cy="199072"/>
      </dsp:txXfrm>
    </dsp:sp>
    <dsp:sp modelId="{5A452302-8DF3-4757-8539-9D0DEB08A38A}">
      <dsp:nvSpPr>
        <dsp:cNvPr id="0" name=""/>
        <dsp:cNvSpPr/>
      </dsp:nvSpPr>
      <dsp:spPr>
        <a:xfrm>
          <a:off x="6146219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TW" sz="2000" kern="1200" dirty="0"/>
            <a:t>1</a:t>
          </a:r>
          <a:endParaRPr lang="zh-TW" altLang="en-US" sz="2000" kern="1200" dirty="0"/>
        </a:p>
      </dsp:txBody>
      <dsp:txXfrm>
        <a:off x="6157574" y="373855"/>
        <a:ext cx="575505" cy="364963"/>
      </dsp:txXfrm>
    </dsp:sp>
    <dsp:sp modelId="{19138755-9DD8-4146-ABE1-497ECF759CA3}">
      <dsp:nvSpPr>
        <dsp:cNvPr id="0" name=""/>
        <dsp:cNvSpPr/>
      </dsp:nvSpPr>
      <dsp:spPr>
        <a:xfrm>
          <a:off x="6363204" y="-242191"/>
          <a:ext cx="1342143" cy="1342143"/>
        </a:xfrm>
        <a:prstGeom prst="circularArrow">
          <a:avLst>
            <a:gd name="adj1" fmla="val 7458"/>
            <a:gd name="adj2" fmla="val 1023117"/>
            <a:gd name="adj3" fmla="val 18801373"/>
            <a:gd name="adj4" fmla="val 12575511"/>
            <a:gd name="adj5" fmla="val 870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0D8F84-0154-4499-A0BC-C37D4A42D53A}">
      <dsp:nvSpPr>
        <dsp:cNvPr id="0" name=""/>
        <dsp:cNvSpPr/>
      </dsp:nvSpPr>
      <dsp:spPr>
        <a:xfrm>
          <a:off x="6279156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digit-5</a:t>
          </a:r>
          <a:endParaRPr lang="zh-TW" altLang="en-US" sz="1400" kern="1200" dirty="0"/>
        </a:p>
      </dsp:txBody>
      <dsp:txXfrm>
        <a:off x="6285349" y="157234"/>
        <a:ext cx="519361" cy="199072"/>
      </dsp:txXfrm>
    </dsp:sp>
    <dsp:sp modelId="{CA32C1BF-AF0D-4691-A11C-20341305F3FB}">
      <dsp:nvSpPr>
        <dsp:cNvPr id="0" name=""/>
        <dsp:cNvSpPr/>
      </dsp:nvSpPr>
      <dsp:spPr>
        <a:xfrm>
          <a:off x="7287559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TW" sz="2000" kern="1200" dirty="0"/>
            <a:t>0</a:t>
          </a:r>
          <a:endParaRPr lang="zh-TW" altLang="en-US" sz="2000" kern="1200" dirty="0"/>
        </a:p>
      </dsp:txBody>
      <dsp:txXfrm>
        <a:off x="7298914" y="268125"/>
        <a:ext cx="575505" cy="364963"/>
      </dsp:txXfrm>
    </dsp:sp>
    <dsp:sp modelId="{33954CE0-91C1-4B02-9166-7832DBA27ADD}">
      <dsp:nvSpPr>
        <dsp:cNvPr id="0" name=""/>
        <dsp:cNvSpPr/>
      </dsp:nvSpPr>
      <dsp:spPr>
        <a:xfrm>
          <a:off x="7509529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EB743E-FDCF-4528-9F14-1C2EF13FABC0}">
      <dsp:nvSpPr>
        <dsp:cNvPr id="0" name=""/>
        <dsp:cNvSpPr/>
      </dsp:nvSpPr>
      <dsp:spPr>
        <a:xfrm>
          <a:off x="7420496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digit-3</a:t>
          </a:r>
          <a:endParaRPr lang="zh-TW" altLang="en-US" sz="1400" kern="1200" dirty="0"/>
        </a:p>
      </dsp:txBody>
      <dsp:txXfrm>
        <a:off x="7426689" y="650637"/>
        <a:ext cx="519361" cy="199072"/>
      </dsp:txXfrm>
    </dsp:sp>
    <dsp:sp modelId="{18C482BB-DEBB-48CB-A230-67EF8A8C0A12}">
      <dsp:nvSpPr>
        <dsp:cNvPr id="0" name=""/>
        <dsp:cNvSpPr/>
      </dsp:nvSpPr>
      <dsp:spPr>
        <a:xfrm>
          <a:off x="8428899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TW" sz="2000" kern="1200" dirty="0"/>
            <a:t>2</a:t>
          </a:r>
          <a:endParaRPr lang="zh-TW" altLang="en-US" sz="2000" kern="1200" dirty="0"/>
        </a:p>
      </dsp:txBody>
      <dsp:txXfrm>
        <a:off x="8440254" y="373855"/>
        <a:ext cx="575505" cy="364963"/>
      </dsp:txXfrm>
    </dsp:sp>
    <dsp:sp modelId="{087AD412-890F-41DB-87B9-4AC8F0943AC3}">
      <dsp:nvSpPr>
        <dsp:cNvPr id="0" name=""/>
        <dsp:cNvSpPr/>
      </dsp:nvSpPr>
      <dsp:spPr>
        <a:xfrm>
          <a:off x="8561835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digit-1</a:t>
          </a:r>
          <a:endParaRPr lang="zh-TW" altLang="en-US" sz="1400" kern="1200" dirty="0"/>
        </a:p>
      </dsp:txBody>
      <dsp:txXfrm>
        <a:off x="8568028" y="157234"/>
        <a:ext cx="519361" cy="1990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8C570-BF39-4986-ABEC-AC28925AC6EC}">
      <dsp:nvSpPr>
        <dsp:cNvPr id="0" name=""/>
        <dsp:cNvSpPr/>
      </dsp:nvSpPr>
      <dsp:spPr>
        <a:xfrm>
          <a:off x="439521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0</a:t>
          </a:r>
          <a:endParaRPr lang="zh-TW" altLang="en-US" sz="2000" kern="1200" dirty="0"/>
        </a:p>
      </dsp:txBody>
      <dsp:txXfrm>
        <a:off x="450876" y="268125"/>
        <a:ext cx="575505" cy="364963"/>
      </dsp:txXfrm>
    </dsp:sp>
    <dsp:sp modelId="{6BDF08CF-81F1-4A15-8135-E352CDB3F4BB}">
      <dsp:nvSpPr>
        <dsp:cNvPr id="0" name=""/>
        <dsp:cNvSpPr/>
      </dsp:nvSpPr>
      <dsp:spPr>
        <a:xfrm>
          <a:off x="661491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B36EBC-2978-4F6C-A256-0A7028BD8E6B}">
      <dsp:nvSpPr>
        <dsp:cNvPr id="0" name=""/>
        <dsp:cNvSpPr/>
      </dsp:nvSpPr>
      <dsp:spPr>
        <a:xfrm>
          <a:off x="572458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/>
            <a:t>Digit-0</a:t>
          </a:r>
          <a:endParaRPr lang="zh-TW" altLang="en-US" sz="1200" kern="1200" dirty="0"/>
        </a:p>
      </dsp:txBody>
      <dsp:txXfrm>
        <a:off x="578651" y="650637"/>
        <a:ext cx="519361" cy="199072"/>
      </dsp:txXfrm>
    </dsp:sp>
    <dsp:sp modelId="{2E7EC77E-A30C-46E2-88A6-FF94B670187E}">
      <dsp:nvSpPr>
        <dsp:cNvPr id="0" name=""/>
        <dsp:cNvSpPr/>
      </dsp:nvSpPr>
      <dsp:spPr>
        <a:xfrm>
          <a:off x="1580861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1</a:t>
          </a:r>
          <a:endParaRPr lang="zh-TW" altLang="en-US" sz="2000" kern="1200" dirty="0"/>
        </a:p>
      </dsp:txBody>
      <dsp:txXfrm>
        <a:off x="1592216" y="373855"/>
        <a:ext cx="575505" cy="364963"/>
      </dsp:txXfrm>
    </dsp:sp>
    <dsp:sp modelId="{5324F488-2683-4F64-B170-8C2E4DE49395}">
      <dsp:nvSpPr>
        <dsp:cNvPr id="0" name=""/>
        <dsp:cNvSpPr/>
      </dsp:nvSpPr>
      <dsp:spPr>
        <a:xfrm>
          <a:off x="1797845" y="-242191"/>
          <a:ext cx="1342143" cy="1342143"/>
        </a:xfrm>
        <a:prstGeom prst="circularArrow">
          <a:avLst>
            <a:gd name="adj1" fmla="val 7458"/>
            <a:gd name="adj2" fmla="val 1023117"/>
            <a:gd name="adj3" fmla="val 18801373"/>
            <a:gd name="adj4" fmla="val 12575511"/>
            <a:gd name="adj5" fmla="val 870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5B7B87-28E8-4990-98A7-B54459167256}">
      <dsp:nvSpPr>
        <dsp:cNvPr id="0" name=""/>
        <dsp:cNvSpPr/>
      </dsp:nvSpPr>
      <dsp:spPr>
        <a:xfrm>
          <a:off x="1713798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digit-1</a:t>
          </a:r>
          <a:endParaRPr lang="zh-TW" altLang="en-US" sz="1400" kern="1200" dirty="0"/>
        </a:p>
      </dsp:txBody>
      <dsp:txXfrm>
        <a:off x="1719991" y="157234"/>
        <a:ext cx="519361" cy="199072"/>
      </dsp:txXfrm>
    </dsp:sp>
    <dsp:sp modelId="{352CF4FD-D249-4DF2-A642-5B009D86E76E}">
      <dsp:nvSpPr>
        <dsp:cNvPr id="0" name=""/>
        <dsp:cNvSpPr/>
      </dsp:nvSpPr>
      <dsp:spPr>
        <a:xfrm>
          <a:off x="2722200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1</a:t>
          </a:r>
          <a:endParaRPr lang="zh-TW" altLang="en-US" sz="2000" kern="1200" dirty="0"/>
        </a:p>
      </dsp:txBody>
      <dsp:txXfrm>
        <a:off x="2733555" y="268125"/>
        <a:ext cx="575505" cy="364963"/>
      </dsp:txXfrm>
    </dsp:sp>
    <dsp:sp modelId="{B0B72B3A-A03D-410F-9FD5-84EA135AB590}">
      <dsp:nvSpPr>
        <dsp:cNvPr id="0" name=""/>
        <dsp:cNvSpPr/>
      </dsp:nvSpPr>
      <dsp:spPr>
        <a:xfrm>
          <a:off x="2944170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122300-F7EF-4570-BDF3-81D5F3501DAB}">
      <dsp:nvSpPr>
        <dsp:cNvPr id="0" name=""/>
        <dsp:cNvSpPr/>
      </dsp:nvSpPr>
      <dsp:spPr>
        <a:xfrm>
          <a:off x="2855137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digit-2</a:t>
          </a:r>
          <a:endParaRPr lang="zh-TW" altLang="en-US" sz="1400" kern="1200" dirty="0"/>
        </a:p>
      </dsp:txBody>
      <dsp:txXfrm>
        <a:off x="2861330" y="650637"/>
        <a:ext cx="519361" cy="199072"/>
      </dsp:txXfrm>
    </dsp:sp>
    <dsp:sp modelId="{1734E8AA-89A5-47E9-BC05-4CFCE5A23986}">
      <dsp:nvSpPr>
        <dsp:cNvPr id="0" name=""/>
        <dsp:cNvSpPr/>
      </dsp:nvSpPr>
      <dsp:spPr>
        <a:xfrm>
          <a:off x="3863540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0</a:t>
          </a:r>
          <a:endParaRPr lang="zh-TW" altLang="en-US" sz="2000" kern="1200" dirty="0"/>
        </a:p>
      </dsp:txBody>
      <dsp:txXfrm>
        <a:off x="3874895" y="373855"/>
        <a:ext cx="575505" cy="364963"/>
      </dsp:txXfrm>
    </dsp:sp>
    <dsp:sp modelId="{CA9C4F5D-0F67-475C-9307-5C9706E56804}">
      <dsp:nvSpPr>
        <dsp:cNvPr id="0" name=""/>
        <dsp:cNvSpPr/>
      </dsp:nvSpPr>
      <dsp:spPr>
        <a:xfrm>
          <a:off x="4080525" y="-242191"/>
          <a:ext cx="1342143" cy="1342143"/>
        </a:xfrm>
        <a:prstGeom prst="circularArrow">
          <a:avLst>
            <a:gd name="adj1" fmla="val 7458"/>
            <a:gd name="adj2" fmla="val 1023117"/>
            <a:gd name="adj3" fmla="val 18801373"/>
            <a:gd name="adj4" fmla="val 12575511"/>
            <a:gd name="adj5" fmla="val 870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EB607E-05A3-462E-B8A9-9E5D44B9B3FC}">
      <dsp:nvSpPr>
        <dsp:cNvPr id="0" name=""/>
        <dsp:cNvSpPr/>
      </dsp:nvSpPr>
      <dsp:spPr>
        <a:xfrm>
          <a:off x="3996477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digit-3</a:t>
          </a:r>
          <a:endParaRPr lang="zh-TW" altLang="en-US" sz="1400" kern="1200" dirty="0"/>
        </a:p>
      </dsp:txBody>
      <dsp:txXfrm>
        <a:off x="4002670" y="157234"/>
        <a:ext cx="519361" cy="199072"/>
      </dsp:txXfrm>
    </dsp:sp>
    <dsp:sp modelId="{EED1583E-1D38-46DE-8996-C8D55B36E9CE}">
      <dsp:nvSpPr>
        <dsp:cNvPr id="0" name=""/>
        <dsp:cNvSpPr/>
      </dsp:nvSpPr>
      <dsp:spPr>
        <a:xfrm>
          <a:off x="5004880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0</a:t>
          </a:r>
          <a:endParaRPr lang="zh-TW" altLang="en-US" sz="2000" kern="1200" dirty="0"/>
        </a:p>
      </dsp:txBody>
      <dsp:txXfrm>
        <a:off x="5016235" y="268125"/>
        <a:ext cx="575505" cy="364963"/>
      </dsp:txXfrm>
    </dsp:sp>
    <dsp:sp modelId="{E4F7ED0B-7D78-46C7-825D-F18BBC1EE17E}">
      <dsp:nvSpPr>
        <dsp:cNvPr id="0" name=""/>
        <dsp:cNvSpPr/>
      </dsp:nvSpPr>
      <dsp:spPr>
        <a:xfrm>
          <a:off x="5226849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602B60-54D4-413D-BDCE-685E3BA54F2A}">
      <dsp:nvSpPr>
        <dsp:cNvPr id="0" name=""/>
        <dsp:cNvSpPr/>
      </dsp:nvSpPr>
      <dsp:spPr>
        <a:xfrm>
          <a:off x="5137817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digit-4</a:t>
          </a:r>
          <a:endParaRPr lang="zh-TW" altLang="en-US" sz="1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144010" y="650637"/>
        <a:ext cx="519361" cy="199072"/>
      </dsp:txXfrm>
    </dsp:sp>
    <dsp:sp modelId="{5A452302-8DF3-4757-8539-9D0DEB08A38A}">
      <dsp:nvSpPr>
        <dsp:cNvPr id="0" name=""/>
        <dsp:cNvSpPr/>
      </dsp:nvSpPr>
      <dsp:spPr>
        <a:xfrm>
          <a:off x="6146219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4</a:t>
          </a:r>
          <a:endParaRPr lang="zh-TW" altLang="en-US" sz="2000" kern="1200" dirty="0"/>
        </a:p>
      </dsp:txBody>
      <dsp:txXfrm>
        <a:off x="6157574" y="373855"/>
        <a:ext cx="575505" cy="364963"/>
      </dsp:txXfrm>
    </dsp:sp>
    <dsp:sp modelId="{19138755-9DD8-4146-ABE1-497ECF759CA3}">
      <dsp:nvSpPr>
        <dsp:cNvPr id="0" name=""/>
        <dsp:cNvSpPr/>
      </dsp:nvSpPr>
      <dsp:spPr>
        <a:xfrm>
          <a:off x="6363204" y="-242191"/>
          <a:ext cx="1342143" cy="1342143"/>
        </a:xfrm>
        <a:prstGeom prst="circularArrow">
          <a:avLst>
            <a:gd name="adj1" fmla="val 7458"/>
            <a:gd name="adj2" fmla="val 1023117"/>
            <a:gd name="adj3" fmla="val 18801373"/>
            <a:gd name="adj4" fmla="val 12575511"/>
            <a:gd name="adj5" fmla="val 870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0D8F84-0154-4499-A0BC-C37D4A42D53A}">
      <dsp:nvSpPr>
        <dsp:cNvPr id="0" name=""/>
        <dsp:cNvSpPr/>
      </dsp:nvSpPr>
      <dsp:spPr>
        <a:xfrm>
          <a:off x="6279156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digit-5</a:t>
          </a:r>
          <a:endParaRPr lang="zh-TW" altLang="en-US" sz="1400" kern="1200" dirty="0"/>
        </a:p>
      </dsp:txBody>
      <dsp:txXfrm>
        <a:off x="6285349" y="157234"/>
        <a:ext cx="519361" cy="199072"/>
      </dsp:txXfrm>
    </dsp:sp>
    <dsp:sp modelId="{CA32C1BF-AF0D-4691-A11C-20341305F3FB}">
      <dsp:nvSpPr>
        <dsp:cNvPr id="0" name=""/>
        <dsp:cNvSpPr/>
      </dsp:nvSpPr>
      <dsp:spPr>
        <a:xfrm>
          <a:off x="7287559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altLang="zh-TW" sz="2000" kern="1200" dirty="0"/>
            <a:t>2</a:t>
          </a:r>
          <a:endParaRPr lang="zh-TW" altLang="en-US" sz="2000" kern="1200" dirty="0"/>
        </a:p>
      </dsp:txBody>
      <dsp:txXfrm>
        <a:off x="7298914" y="268125"/>
        <a:ext cx="575505" cy="364963"/>
      </dsp:txXfrm>
    </dsp:sp>
    <dsp:sp modelId="{33954CE0-91C1-4B02-9166-7832DBA27ADD}">
      <dsp:nvSpPr>
        <dsp:cNvPr id="0" name=""/>
        <dsp:cNvSpPr/>
      </dsp:nvSpPr>
      <dsp:spPr>
        <a:xfrm>
          <a:off x="7509529" y="-35914"/>
          <a:ext cx="1265705" cy="1265705"/>
        </a:xfrm>
        <a:prstGeom prst="leftCircularArrow">
          <a:avLst>
            <a:gd name="adj1" fmla="val 7908"/>
            <a:gd name="adj2" fmla="val 1098300"/>
            <a:gd name="adj3" fmla="val 2873811"/>
            <a:gd name="adj4" fmla="val 9024489"/>
            <a:gd name="adj5" fmla="val 92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EB743E-FDCF-4528-9F14-1C2EF13FABC0}">
      <dsp:nvSpPr>
        <dsp:cNvPr id="0" name=""/>
        <dsp:cNvSpPr/>
      </dsp:nvSpPr>
      <dsp:spPr>
        <a:xfrm>
          <a:off x="7420496" y="644444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digit-6</a:t>
          </a:r>
          <a:endParaRPr lang="zh-TW" altLang="en-US" sz="1400" kern="1200" dirty="0"/>
        </a:p>
      </dsp:txBody>
      <dsp:txXfrm>
        <a:off x="7426689" y="650637"/>
        <a:ext cx="519361" cy="199072"/>
      </dsp:txXfrm>
    </dsp:sp>
    <dsp:sp modelId="{18C482BB-DEBB-48CB-A230-67EF8A8C0A12}">
      <dsp:nvSpPr>
        <dsp:cNvPr id="0" name=""/>
        <dsp:cNvSpPr/>
      </dsp:nvSpPr>
      <dsp:spPr>
        <a:xfrm>
          <a:off x="8428899" y="256770"/>
          <a:ext cx="598215" cy="4934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altLang="zh-TW" sz="2000" kern="1200" dirty="0"/>
            <a:t>3</a:t>
          </a:r>
          <a:endParaRPr lang="zh-TW" altLang="en-US" sz="2000" kern="1200" dirty="0"/>
        </a:p>
      </dsp:txBody>
      <dsp:txXfrm>
        <a:off x="8440254" y="373855"/>
        <a:ext cx="575505" cy="364963"/>
      </dsp:txXfrm>
    </dsp:sp>
    <dsp:sp modelId="{087AD412-890F-41DB-87B9-4AC8F0943AC3}">
      <dsp:nvSpPr>
        <dsp:cNvPr id="0" name=""/>
        <dsp:cNvSpPr/>
      </dsp:nvSpPr>
      <dsp:spPr>
        <a:xfrm>
          <a:off x="8561835" y="151041"/>
          <a:ext cx="531747" cy="211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/>
            <a:t>digit-7</a:t>
          </a:r>
          <a:endParaRPr lang="zh-TW" altLang="en-US" sz="1400" kern="1200" dirty="0"/>
        </a:p>
      </dsp:txBody>
      <dsp:txXfrm>
        <a:off x="8568028" y="157234"/>
        <a:ext cx="519361" cy="199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86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39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19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2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6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1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7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7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5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29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475" y="383060"/>
            <a:ext cx="9883303" cy="2387600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微電腦系統期中報告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5779" y="4587774"/>
            <a:ext cx="9144000" cy="1655762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pPr algn="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1100423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陳叡逸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1100427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林冠宇</a:t>
            </a:r>
            <a:endParaRPr lang="en-US" dirty="0"/>
          </a:p>
          <a:p>
            <a:r>
              <a:rPr lang="zh-TW" altLang="en-US" dirty="0"/>
              <a:t>                                                              </a:t>
            </a:r>
            <a:endParaRPr lang="en-US" sz="1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2149" y="365125"/>
            <a:ext cx="12284149" cy="7366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程式設計想法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150" y="927235"/>
            <a:ext cx="11445949" cy="58107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的程式使用以下兩種思路開發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0" indent="0">
              <a:buNone/>
            </a:pPr>
            <a:r>
              <a:rPr lang="en-US" altLang="zh-TW" sz="1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方法一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</a:p>
          <a:p>
            <a:pPr marL="457200" lvl="1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 將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7-Segment LED display的數字所需的P1(position)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P2(digit to display)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照</a:t>
            </a:r>
            <a:r>
              <a:rPr lang="zh-TW" altLang="en-US" sz="1400" dirty="0">
                <a:highlight>
                  <a:srgbClr val="C0C0C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顯示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順序儲存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457200" lvl="1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457200" lvl="1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457200" lvl="1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457200" lvl="1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(2)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利用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R0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當作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Index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，將要顯示的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digit位置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及數字寫入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P1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及</a:t>
            </a:r>
            <a:r>
              <a:rPr lang="en-US" altLang="zh-TW" sz="140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P2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457200" lvl="1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457200" lvl="1" indent="0">
              <a:buNone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7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7172021B-D020-4DCC-9E39-A6A6592733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2176854"/>
              </p:ext>
            </p:extLst>
          </p:nvPr>
        </p:nvGraphicFramePr>
        <p:xfrm>
          <a:off x="1397673" y="2730469"/>
          <a:ext cx="9533105" cy="1006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3350"/>
            <a:ext cx="12192000" cy="52070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方法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1   </a:t>
            </a:r>
            <a:r>
              <a:rPr 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Flow Chart</a:t>
            </a:r>
          </a:p>
        </p:txBody>
      </p:sp>
      <p:sp>
        <p:nvSpPr>
          <p:cNvPr id="4" name="Flowchart: Terminator 3"/>
          <p:cNvSpPr/>
          <p:nvPr/>
        </p:nvSpPr>
        <p:spPr>
          <a:xfrm>
            <a:off x="2757036" y="676910"/>
            <a:ext cx="1760855" cy="676275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將要顯示的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位置、數字根據順序要求儲存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(P1,P2)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Flowchart: Process 15"/>
          <p:cNvSpPr/>
          <p:nvPr/>
        </p:nvSpPr>
        <p:spPr>
          <a:xfrm>
            <a:off x="2760211" y="4809490"/>
            <a:ext cx="1760855" cy="42481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+mn-ea"/>
              </a:rPr>
              <a:t>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顯示數字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Flowchart: Delay 25"/>
          <p:cNvSpPr/>
          <p:nvPr/>
        </p:nvSpPr>
        <p:spPr>
          <a:xfrm>
            <a:off x="2848476" y="5581015"/>
            <a:ext cx="1617980" cy="291465"/>
          </a:xfrm>
          <a:prstGeom prst="flowChartDe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Delay 1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</p:txBody>
      </p:sp>
      <p:sp>
        <p:nvSpPr>
          <p:cNvPr id="28" name="Flowchart: Process 27"/>
          <p:cNvSpPr/>
          <p:nvPr/>
        </p:nvSpPr>
        <p:spPr>
          <a:xfrm>
            <a:off x="6464166" y="2186305"/>
            <a:ext cx="1760855" cy="68770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Turn Off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顯示數字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Flowchart: Delay 28"/>
          <p:cNvSpPr/>
          <p:nvPr/>
        </p:nvSpPr>
        <p:spPr>
          <a:xfrm>
            <a:off x="6594976" y="3213735"/>
            <a:ext cx="1541780" cy="292735"/>
          </a:xfrm>
          <a:prstGeom prst="flowChartDe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Delay 0.5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</p:txBody>
      </p:sp>
      <p:cxnSp>
        <p:nvCxnSpPr>
          <p:cNvPr id="36" name="Straight Connector 35"/>
          <p:cNvCxnSpPr>
            <a:cxnSpLocks/>
          </p:cNvCxnSpPr>
          <p:nvPr/>
        </p:nvCxnSpPr>
        <p:spPr>
          <a:xfrm flipV="1">
            <a:off x="3652386" y="6058535"/>
            <a:ext cx="1737995" cy="8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cxnSpLocks/>
          </p:cNvCxnSpPr>
          <p:nvPr/>
        </p:nvCxnSpPr>
        <p:spPr>
          <a:xfrm flipH="1">
            <a:off x="5371966" y="1910715"/>
            <a:ext cx="1997710" cy="11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owchart: Decision 41"/>
          <p:cNvSpPr/>
          <p:nvPr/>
        </p:nvSpPr>
        <p:spPr>
          <a:xfrm>
            <a:off x="6463531" y="4879340"/>
            <a:ext cx="1761490" cy="99377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R0=8 ?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目前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LED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是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digit-7?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6" name="Straight Arrow Connector 45"/>
          <p:cNvCxnSpPr>
            <a:cxnSpLocks/>
          </p:cNvCxnSpPr>
          <p:nvPr/>
        </p:nvCxnSpPr>
        <p:spPr>
          <a:xfrm>
            <a:off x="7369676" y="1922145"/>
            <a:ext cx="0" cy="2647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cxnSpLocks/>
          </p:cNvCxnSpPr>
          <p:nvPr/>
        </p:nvCxnSpPr>
        <p:spPr>
          <a:xfrm>
            <a:off x="3652386" y="5872480"/>
            <a:ext cx="12065" cy="192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cxnSpLocks/>
          </p:cNvCxnSpPr>
          <p:nvPr/>
        </p:nvCxnSpPr>
        <p:spPr>
          <a:xfrm>
            <a:off x="2068061" y="6218555"/>
            <a:ext cx="5310505" cy="26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cxnSpLocks/>
          </p:cNvCxnSpPr>
          <p:nvPr/>
        </p:nvCxnSpPr>
        <p:spPr>
          <a:xfrm flipV="1">
            <a:off x="2068061" y="2573020"/>
            <a:ext cx="33655" cy="3645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</p:cNvCxnSpPr>
          <p:nvPr/>
        </p:nvCxnSpPr>
        <p:spPr>
          <a:xfrm flipH="1">
            <a:off x="2101716" y="2564765"/>
            <a:ext cx="1297940" cy="4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/>
          <p:cNvSpPr/>
          <p:nvPr/>
        </p:nvSpPr>
        <p:spPr>
          <a:xfrm>
            <a:off x="2773546" y="1694815"/>
            <a:ext cx="1760855" cy="71945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初始化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R0=0,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利用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R0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當作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index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提取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位置及顯示數字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2778626" y="2729230"/>
            <a:ext cx="1760855" cy="6953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設定將顯示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的位置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,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並將設定值放入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P1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2768466" y="3771265"/>
            <a:ext cx="1749425" cy="69151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設定將顯示的數字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並將設定值放入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P2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 flipV="1">
            <a:off x="5354821" y="1915795"/>
            <a:ext cx="25400" cy="41490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ocess 9"/>
          <p:cNvSpPr/>
          <p:nvPr/>
        </p:nvSpPr>
        <p:spPr>
          <a:xfrm>
            <a:off x="6497821" y="3846195"/>
            <a:ext cx="1760855" cy="68770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R0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加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1, index(R0)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指向下一個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位置及數字</a:t>
            </a:r>
          </a:p>
        </p:txBody>
      </p:sp>
      <p:cxnSp>
        <p:nvCxnSpPr>
          <p:cNvPr id="13" name="Straight Arrow Connector 12"/>
          <p:cNvCxnSpPr>
            <a:stCxn id="28" idx="2"/>
            <a:endCxn id="29" idx="0"/>
          </p:cNvCxnSpPr>
          <p:nvPr/>
        </p:nvCxnSpPr>
        <p:spPr>
          <a:xfrm>
            <a:off x="7344911" y="2874010"/>
            <a:ext cx="20955" cy="339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7344276" y="3506470"/>
            <a:ext cx="0" cy="339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7344911" y="4533265"/>
            <a:ext cx="0" cy="339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cxnSpLocks/>
            <a:stCxn id="42" idx="2"/>
          </p:cNvCxnSpPr>
          <p:nvPr/>
        </p:nvCxnSpPr>
        <p:spPr>
          <a:xfrm>
            <a:off x="7344276" y="5873115"/>
            <a:ext cx="0" cy="354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  <a:stCxn id="42" idx="3"/>
          </p:cNvCxnSpPr>
          <p:nvPr/>
        </p:nvCxnSpPr>
        <p:spPr>
          <a:xfrm>
            <a:off x="8225021" y="5376545"/>
            <a:ext cx="664210" cy="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>
          <a:xfrm flipH="1">
            <a:off x="3641591" y="4458970"/>
            <a:ext cx="2540" cy="346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 flipH="1">
            <a:off x="3649846" y="2388870"/>
            <a:ext cx="2540" cy="346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 flipH="1">
            <a:off x="3649846" y="3438525"/>
            <a:ext cx="2540" cy="346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3656831" y="5234305"/>
            <a:ext cx="2540" cy="346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 flipH="1">
            <a:off x="3657466" y="1365885"/>
            <a:ext cx="2540" cy="346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3382511" y="2573020"/>
            <a:ext cx="8890" cy="145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cxnSpLocks/>
          </p:cNvCxnSpPr>
          <p:nvPr/>
        </p:nvCxnSpPr>
        <p:spPr>
          <a:xfrm flipH="1" flipV="1">
            <a:off x="8855576" y="1514475"/>
            <a:ext cx="16510" cy="3850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cxnSpLocks/>
          </p:cNvCxnSpPr>
          <p:nvPr/>
        </p:nvCxnSpPr>
        <p:spPr>
          <a:xfrm>
            <a:off x="3920356" y="1522730"/>
            <a:ext cx="49517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</p:cNvCxnSpPr>
          <p:nvPr/>
        </p:nvCxnSpPr>
        <p:spPr>
          <a:xfrm flipH="1">
            <a:off x="3912101" y="1521460"/>
            <a:ext cx="8255" cy="180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Box 57"/>
          <p:cNvSpPr txBox="1"/>
          <p:nvPr/>
        </p:nvSpPr>
        <p:spPr>
          <a:xfrm>
            <a:off x="8136756" y="5132070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61" name="Text Box 60"/>
          <p:cNvSpPr txBox="1"/>
          <p:nvPr/>
        </p:nvSpPr>
        <p:spPr>
          <a:xfrm>
            <a:off x="7335386" y="5829935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DBD665-57A9-4A66-85B6-E456F855D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911" y="1808602"/>
            <a:ext cx="10515600" cy="4351338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7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方法二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</a:t>
            </a:r>
            <a:r>
              <a:rPr lang="en-US" altLang="zh-TW" sz="17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:   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marL="457200" lvl="1" indent="0"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(1)將7-Segment LED display所需的P1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P2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值，</a:t>
            </a:r>
            <a:r>
              <a:rPr lang="zh-TW" altLang="en-US" sz="1400" dirty="0">
                <a:highlight>
                  <a:srgbClr val="C0C0C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由左至右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儲存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(2)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利用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R0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當作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Index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，將要顯示的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digit位置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及數字寫入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P1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P2</a:t>
            </a: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(3)使用R2當作digit位置的移動方向指標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R2=0時向左移動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R2=1時向右移動</a:t>
            </a:r>
          </a:p>
          <a:p>
            <a:pPr lvl="1"/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pPr lvl="1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(4)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在程式中檢查顯示的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位置是否為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digit-1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digit-6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digit-7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LED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移動的方向，依據檢查的結果做適當的處理</a:t>
            </a:r>
          </a:p>
          <a:p>
            <a:endParaRPr lang="zh-TW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F530BD-7917-4D15-A622-F2C52EA0E352}"/>
              </a:ext>
            </a:extLst>
          </p:cNvPr>
          <p:cNvSpPr txBox="1">
            <a:spLocks/>
          </p:cNvSpPr>
          <p:nvPr/>
        </p:nvSpPr>
        <p:spPr>
          <a:xfrm>
            <a:off x="0" y="365125"/>
            <a:ext cx="12192000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程式設計想法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E26D86DC-530C-4994-AAB1-527F47D530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298575"/>
              </p:ext>
            </p:extLst>
          </p:nvPr>
        </p:nvGraphicFramePr>
        <p:xfrm>
          <a:off x="1235546" y="2652648"/>
          <a:ext cx="9533105" cy="1006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9338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8057"/>
            <a:ext cx="12192000" cy="52070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方法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2   </a:t>
            </a:r>
            <a:r>
              <a:rPr 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Flow Chart</a:t>
            </a:r>
          </a:p>
        </p:txBody>
      </p:sp>
      <p:sp>
        <p:nvSpPr>
          <p:cNvPr id="4" name="Flowchart: Terminator 3"/>
          <p:cNvSpPr/>
          <p:nvPr/>
        </p:nvSpPr>
        <p:spPr>
          <a:xfrm>
            <a:off x="5132387" y="625678"/>
            <a:ext cx="1760855" cy="45466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lowchart: Process 7"/>
          <p:cNvSpPr/>
          <p:nvPr/>
        </p:nvSpPr>
        <p:spPr>
          <a:xfrm>
            <a:off x="5074021" y="2259127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設定將顯示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的位置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,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並將設定值放入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P1</a:t>
            </a:r>
          </a:p>
        </p:txBody>
      </p:sp>
      <p:sp>
        <p:nvSpPr>
          <p:cNvPr id="15" name="Flowchart: Process 14"/>
          <p:cNvSpPr/>
          <p:nvPr/>
        </p:nvSpPr>
        <p:spPr>
          <a:xfrm>
            <a:off x="5074656" y="3015412"/>
            <a:ext cx="1749425" cy="4921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設定將顯示的數字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並將設定值放入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P2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Flowchart: Process 15"/>
          <p:cNvSpPr/>
          <p:nvPr/>
        </p:nvSpPr>
        <p:spPr>
          <a:xfrm>
            <a:off x="5063226" y="3732327"/>
            <a:ext cx="1760855" cy="42481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顯示數字</a:t>
            </a:r>
          </a:p>
        </p:txBody>
      </p:sp>
      <p:sp>
        <p:nvSpPr>
          <p:cNvPr id="26" name="Flowchart: Delay 25"/>
          <p:cNvSpPr/>
          <p:nvPr/>
        </p:nvSpPr>
        <p:spPr>
          <a:xfrm>
            <a:off x="5228961" y="4388282"/>
            <a:ext cx="1499235" cy="291465"/>
          </a:xfrm>
          <a:prstGeom prst="flowChartDe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延遲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1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</p:txBody>
      </p:sp>
      <p:sp>
        <p:nvSpPr>
          <p:cNvPr id="28" name="Flowchart: Process 27"/>
          <p:cNvSpPr/>
          <p:nvPr/>
        </p:nvSpPr>
        <p:spPr>
          <a:xfrm>
            <a:off x="5074656" y="4920412"/>
            <a:ext cx="1760855" cy="48323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Turn Off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顯示數字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Flowchart: Delay 28"/>
          <p:cNvSpPr/>
          <p:nvPr/>
        </p:nvSpPr>
        <p:spPr>
          <a:xfrm>
            <a:off x="5211181" y="5648122"/>
            <a:ext cx="1499235" cy="292735"/>
          </a:xfrm>
          <a:prstGeom prst="flowChartDe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延遲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0.5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</p:txBody>
      </p:sp>
      <p:sp>
        <p:nvSpPr>
          <p:cNvPr id="30" name="Flowchart: Decision 29"/>
          <p:cNvSpPr/>
          <p:nvPr/>
        </p:nvSpPr>
        <p:spPr>
          <a:xfrm>
            <a:off x="1580251" y="1166292"/>
            <a:ext cx="1761490" cy="7340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R2=0 ?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移動方向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32" name="Flowchart: Decision 31"/>
          <p:cNvSpPr/>
          <p:nvPr/>
        </p:nvSpPr>
        <p:spPr>
          <a:xfrm>
            <a:off x="1561836" y="3149397"/>
            <a:ext cx="1786255" cy="7340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R0=7 ?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目前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是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digit-7?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Flowchart: Decision 32"/>
          <p:cNvSpPr/>
          <p:nvPr/>
        </p:nvSpPr>
        <p:spPr>
          <a:xfrm>
            <a:off x="1580251" y="4157142"/>
            <a:ext cx="1761490" cy="7340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R0=6 ?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目前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是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digit-6?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1317361" y="5998007"/>
            <a:ext cx="9340215" cy="20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 flipV="1">
            <a:off x="10888081" y="904672"/>
            <a:ext cx="8255" cy="5301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9505051" y="912292"/>
            <a:ext cx="1348740" cy="17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978896" y="1836217"/>
            <a:ext cx="0" cy="418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Process 39"/>
          <p:cNvSpPr/>
          <p:nvPr/>
        </p:nvSpPr>
        <p:spPr>
          <a:xfrm>
            <a:off x="8608431" y="1660957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若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LED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向右移或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R0=7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則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R0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減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2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使下一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LED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是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digit-5,3,1</a:t>
            </a:r>
          </a:p>
        </p:txBody>
      </p:sp>
      <p:sp>
        <p:nvSpPr>
          <p:cNvPr id="41" name="Flowchart: Decision 40"/>
          <p:cNvSpPr/>
          <p:nvPr/>
        </p:nvSpPr>
        <p:spPr>
          <a:xfrm>
            <a:off x="1573901" y="2165782"/>
            <a:ext cx="1761490" cy="7340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R0=1 ?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目前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digit-1?</a:t>
            </a:r>
          </a:p>
        </p:txBody>
      </p:sp>
      <p:sp>
        <p:nvSpPr>
          <p:cNvPr id="42" name="Flowchart: Decision 41"/>
          <p:cNvSpPr/>
          <p:nvPr/>
        </p:nvSpPr>
        <p:spPr>
          <a:xfrm>
            <a:off x="8616686" y="2648382"/>
            <a:ext cx="1761490" cy="7340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R0=1 ? 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目前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是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digit-1?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Flowchart: Process 42"/>
          <p:cNvSpPr/>
          <p:nvPr/>
        </p:nvSpPr>
        <p:spPr>
          <a:xfrm>
            <a:off x="8608431" y="3883457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R2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設為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 0,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改變下一個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顯示方向</a:t>
            </a:r>
          </a:p>
        </p:txBody>
      </p:sp>
      <p:cxnSp>
        <p:nvCxnSpPr>
          <p:cNvPr id="44" name="Straight Arrow Connector 43"/>
          <p:cNvCxnSpPr>
            <a:cxnSpLocks/>
            <a:endCxn id="49" idx="0"/>
          </p:cNvCxnSpPr>
          <p:nvPr/>
        </p:nvCxnSpPr>
        <p:spPr>
          <a:xfrm>
            <a:off x="5954766" y="1003732"/>
            <a:ext cx="0" cy="293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0" idx="0"/>
          </p:cNvCxnSpPr>
          <p:nvPr/>
        </p:nvCxnSpPr>
        <p:spPr>
          <a:xfrm flipH="1">
            <a:off x="9489176" y="912927"/>
            <a:ext cx="6985" cy="7480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1043676" y="1546657"/>
            <a:ext cx="635" cy="4678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Process 48"/>
          <p:cNvSpPr/>
          <p:nvPr/>
        </p:nvSpPr>
        <p:spPr>
          <a:xfrm>
            <a:off x="5074021" y="1297102"/>
            <a:ext cx="1760855" cy="5048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初始化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R0=0, R2=0, R0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index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用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,R2=0 LED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向左移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,R2=1 LED 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向右移</a:t>
            </a:r>
          </a:p>
        </p:txBody>
      </p:sp>
      <p:cxnSp>
        <p:nvCxnSpPr>
          <p:cNvPr id="51" name="Straight Connector 50"/>
          <p:cNvCxnSpPr>
            <a:stCxn id="30" idx="1"/>
          </p:cNvCxnSpPr>
          <p:nvPr/>
        </p:nvCxnSpPr>
        <p:spPr>
          <a:xfrm flipH="1">
            <a:off x="1043676" y="1533322"/>
            <a:ext cx="536575" cy="1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663811" y="2022907"/>
            <a:ext cx="0" cy="2513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3349996" y="2509317"/>
            <a:ext cx="426085" cy="10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3767191" y="1168832"/>
            <a:ext cx="0" cy="13550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41" idx="2"/>
            <a:endCxn id="32" idx="0"/>
          </p:cNvCxnSpPr>
          <p:nvPr/>
        </p:nvCxnSpPr>
        <p:spPr>
          <a:xfrm>
            <a:off x="2454646" y="2899842"/>
            <a:ext cx="635" cy="2495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/>
          <p:cNvSpPr/>
          <p:nvPr/>
        </p:nvSpPr>
        <p:spPr>
          <a:xfrm>
            <a:off x="1589141" y="5164887"/>
            <a:ext cx="1760855" cy="48323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若是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,INC R0,LED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左移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位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, R2=1(LED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改為向右移動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 flipV="1">
            <a:off x="10623286" y="1135177"/>
            <a:ext cx="17145" cy="4908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9769211" y="1143432"/>
            <a:ext cx="856615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769211" y="1152322"/>
            <a:ext cx="0" cy="508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307201" y="3508807"/>
            <a:ext cx="35560" cy="2534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307201" y="3516427"/>
            <a:ext cx="273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043676" y="6171997"/>
            <a:ext cx="9852660" cy="60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Process 13"/>
          <p:cNvSpPr/>
          <p:nvPr/>
        </p:nvSpPr>
        <p:spPr>
          <a:xfrm>
            <a:off x="3553831" y="4246360"/>
            <a:ext cx="929640" cy="54292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R0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增加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使顯示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LED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左移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</a:p>
        </p:txBody>
      </p:sp>
      <p:cxnSp>
        <p:nvCxnSpPr>
          <p:cNvPr id="21" name="Straight Connector 20"/>
          <p:cNvCxnSpPr>
            <a:stCxn id="5" idx="3"/>
          </p:cNvCxnSpPr>
          <p:nvPr/>
        </p:nvCxnSpPr>
        <p:spPr>
          <a:xfrm flipV="1">
            <a:off x="3349996" y="5403647"/>
            <a:ext cx="148463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483471" y="4532427"/>
            <a:ext cx="197485" cy="4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826371" y="2142287"/>
            <a:ext cx="33655" cy="3261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42" idx="0"/>
          </p:cNvCxnSpPr>
          <p:nvPr/>
        </p:nvCxnSpPr>
        <p:spPr>
          <a:xfrm>
            <a:off x="9496161" y="2150542"/>
            <a:ext cx="1270" cy="497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9522196" y="3385617"/>
            <a:ext cx="1270" cy="497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endCxn id="42" idx="1"/>
          </p:cNvCxnSpPr>
          <p:nvPr/>
        </p:nvCxnSpPr>
        <p:spPr>
          <a:xfrm>
            <a:off x="6226546" y="1976552"/>
            <a:ext cx="2390140" cy="1038860"/>
          </a:xfrm>
          <a:prstGeom prst="bentConnector3">
            <a:avLst>
              <a:gd name="adj1" fmla="val 5002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>
            <a:off x="822061" y="5418252"/>
            <a:ext cx="696595" cy="376555"/>
          </a:xfrm>
          <a:prstGeom prst="curvedConnector3">
            <a:avLst>
              <a:gd name="adj1" fmla="val 500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29" idx="1"/>
          </p:cNvCxnSpPr>
          <p:nvPr/>
        </p:nvCxnSpPr>
        <p:spPr>
          <a:xfrm flipH="1">
            <a:off x="1479286" y="5794807"/>
            <a:ext cx="3731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460996" y="1892097"/>
            <a:ext cx="5715" cy="273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2455281" y="3883457"/>
            <a:ext cx="5715" cy="273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2466711" y="4891202"/>
            <a:ext cx="5715" cy="273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22061" y="930072"/>
            <a:ext cx="8255" cy="4490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780786" y="929437"/>
            <a:ext cx="1674495" cy="5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2455281" y="929437"/>
            <a:ext cx="5715" cy="273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43" idx="1"/>
          </p:cNvCxnSpPr>
          <p:nvPr/>
        </p:nvCxnSpPr>
        <p:spPr>
          <a:xfrm flipH="1" flipV="1">
            <a:off x="7182856" y="4123487"/>
            <a:ext cx="1425575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7165711" y="2125142"/>
            <a:ext cx="8255" cy="19983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 flipV="1">
            <a:off x="6439906" y="2107997"/>
            <a:ext cx="708660" cy="8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4672701" y="2014652"/>
            <a:ext cx="1041400" cy="8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4868916" y="2125142"/>
            <a:ext cx="589280" cy="8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5714101" y="2014652"/>
            <a:ext cx="8255" cy="247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466451" y="2134032"/>
            <a:ext cx="0" cy="127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33" idx="3"/>
            <a:endCxn id="14" idx="1"/>
          </p:cNvCxnSpPr>
          <p:nvPr/>
        </p:nvCxnSpPr>
        <p:spPr>
          <a:xfrm flipV="1">
            <a:off x="3341741" y="4517823"/>
            <a:ext cx="212090" cy="63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6431016" y="2091487"/>
            <a:ext cx="8890" cy="1701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6192256" y="1971472"/>
            <a:ext cx="825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767191" y="1168832"/>
            <a:ext cx="19723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39501" y="1160577"/>
            <a:ext cx="8890" cy="136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957941" y="2763952"/>
            <a:ext cx="5080" cy="251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>
            <a:off x="5940796" y="3507537"/>
            <a:ext cx="5080" cy="251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5940796" y="4157142"/>
            <a:ext cx="5080" cy="251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5935716" y="4679747"/>
            <a:ext cx="5080" cy="251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5930636" y="5403647"/>
            <a:ext cx="5080" cy="251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83"/>
          <p:cNvSpPr txBox="1"/>
          <p:nvPr/>
        </p:nvSpPr>
        <p:spPr>
          <a:xfrm>
            <a:off x="2386701" y="1858442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5" name="Text Box 84"/>
          <p:cNvSpPr txBox="1"/>
          <p:nvPr/>
        </p:nvSpPr>
        <p:spPr>
          <a:xfrm>
            <a:off x="3229346" y="2261667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6" name="Text Box 85"/>
          <p:cNvSpPr txBox="1"/>
          <p:nvPr/>
        </p:nvSpPr>
        <p:spPr>
          <a:xfrm>
            <a:off x="2403211" y="2823007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87" name="Text Box 86"/>
          <p:cNvSpPr txBox="1"/>
          <p:nvPr/>
        </p:nvSpPr>
        <p:spPr>
          <a:xfrm>
            <a:off x="1342761" y="1297102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88" name="Text Box 87"/>
          <p:cNvSpPr txBox="1"/>
          <p:nvPr/>
        </p:nvSpPr>
        <p:spPr>
          <a:xfrm>
            <a:off x="1342761" y="3240837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89" name="Text Box 88"/>
          <p:cNvSpPr txBox="1"/>
          <p:nvPr/>
        </p:nvSpPr>
        <p:spPr>
          <a:xfrm>
            <a:off x="2403211" y="4837862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90" name="Text Box 89"/>
          <p:cNvSpPr txBox="1"/>
          <p:nvPr/>
        </p:nvSpPr>
        <p:spPr>
          <a:xfrm>
            <a:off x="9444726" y="3325927"/>
            <a:ext cx="3244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是</a:t>
            </a:r>
          </a:p>
        </p:txBody>
      </p:sp>
      <p:sp>
        <p:nvSpPr>
          <p:cNvPr id="91" name="Text Box 90"/>
          <p:cNvSpPr txBox="1"/>
          <p:nvPr/>
        </p:nvSpPr>
        <p:spPr>
          <a:xfrm>
            <a:off x="2403211" y="3806622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92" name="Text Box 91"/>
          <p:cNvSpPr txBox="1"/>
          <p:nvPr/>
        </p:nvSpPr>
        <p:spPr>
          <a:xfrm>
            <a:off x="3191246" y="4282237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  <p:sp>
        <p:nvSpPr>
          <p:cNvPr id="93" name="Text Box 92"/>
          <p:cNvSpPr txBox="1"/>
          <p:nvPr/>
        </p:nvSpPr>
        <p:spPr>
          <a:xfrm>
            <a:off x="8365861" y="2763952"/>
            <a:ext cx="30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8311"/>
            <a:ext cx="12192000" cy="932275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程式設計想法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426" y="1347268"/>
            <a:ext cx="10515600" cy="4972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兩種設計方法的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方法一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輸入排序再對應學號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方便更改排序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程式簡潔易懂，但每換一組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 ID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，需重新安排對應的顯示順序</a:t>
            </a: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安排後的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 ID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較難看出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的原貌，可讀性較差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2.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 方法二 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: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輸入學號再根據顯示順序設計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1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方便更改學號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(2)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程式較為複雜，需根據顯示順序調整指令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(3)Student ID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按順序寫入，可讀性佳</a:t>
            </a:r>
          </a:p>
          <a:p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兩種方法的程式皆有設計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27EE7-8923-405C-BF5A-FA37F9AC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943509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延遲時間的產生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F31EA5-CB8D-4B06-BBBD-2C67CAEF8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05938"/>
            <a:ext cx="10058400" cy="4904840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zh-TW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指令說明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利用指令執行時間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(machine cycle)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</a:rPr>
              <a:t>，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重複執行一定數量的指令來產生所需的延遲時間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charset="0"/>
              <a:sym typeface="+mn-ea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以下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程式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利用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(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指令的執行時間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)X(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重複執行的次數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)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計算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延遲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時間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，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使用多重loop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charset="0"/>
              <a:sym typeface="+mn-ea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                MOV	R3,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#N   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；決定延遲時間的長短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(</a:t>
            </a:r>
            <a:r>
              <a:rPr lang="en-US" altLang="zh-TW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0.1N/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秒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)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                ACALL	Delay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Delay:	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MOV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R4,#200	;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設定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R4=200 產生延遲0.1秒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Delay1:	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MOV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R5,#248	;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設定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R5=248 產生延遲0.000496秒			</a:t>
            </a:r>
            <a:endParaRPr lang="en-US" altLang="zh-TW" sz="16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charset="0"/>
              <a:sym typeface="+mn-ea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     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DJNZ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R5,$		;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延遲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0.000496 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秒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			</a:t>
            </a:r>
            <a:r>
              <a:rPr lang="en-US" altLang="zh-TW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     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DJNZ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R4,Delay1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;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延遲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0.1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秒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charset="0"/>
              <a:sym typeface="+mn-ea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	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DJNZ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R3,Delay	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;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延遲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0.1 x (R3)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秒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			</a:t>
            </a:r>
            <a:endParaRPr lang="en-US" altLang="zh-TW" sz="16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charset="0"/>
              <a:sym typeface="+mn-ea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9DBFBE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lang="en-US" altLang="zh-TW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       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          </a:t>
            </a:r>
            <a:r>
              <a:rPr lang="en-US" altLang="zh-TW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RET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4740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CAC4DE-F44E-4ACB-987B-CFD9C7CD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90791"/>
            <a:ext cx="10058400" cy="920885"/>
          </a:xfrm>
        </p:spPr>
        <p:txBody>
          <a:bodyPr>
            <a:normAutofit/>
          </a:bodyPr>
          <a:lstStyle/>
          <a:p>
            <a:pPr algn="ctr"/>
            <a:r>
              <a:rPr kumimoji="0" lang="zh-TW" altLang="en-US" sz="4000" b="0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延遲時間的產生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DC867F-D311-4534-83A2-DB6BF0F65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130" y="1338093"/>
            <a:ext cx="10511060" cy="5151607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延遲時間的詳細推導過程</a:t>
            </a:r>
            <a:endParaRPr lang="en-US" altLang="zh-TW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 machine cycle consists of a sequence of 6 states, numbered S1 through S6.  Each state time lasts for two oscillator periods.  Thus a machine cycle takes 12 oscillator periods or 0.000001 second ( (1/12,000,000)x12= 0.000001 second). if the oscillator frequency is 12 </a:t>
            </a:r>
            <a:r>
              <a:rPr lang="en-US" altLang="zh-TW" sz="15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MHz.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User's Manual Page 1-18)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 Oscillator frequency is 12 MHz  ==&gt;  1 oscillator period(clock) = 1/12,000,000s</a:t>
            </a:r>
            <a:endParaRPr lang="zh-TW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one machine cycle ==&gt; 6 states,  1 state ==&gt; 2 oscillator periods(2 clocks)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one machine cycle ==&gt; 12 oscillator periods(12 clocks)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 oscillator periods(12 clocks) =  (1/12,000,000) x 12 = 0.000001s</a:t>
            </a:r>
            <a:endParaRPr lang="zh-TW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Therefore, one machine cycle ==&gt; 0.000001s</a:t>
            </a:r>
          </a:p>
          <a:p>
            <a:pPr marL="0" indent="0">
              <a:buNone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According to User’s Manual , both DJNZ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MOV are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machine cycles,  the program  designed as follows:</a:t>
            </a:r>
            <a:endParaRPr lang="zh-TW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Delay: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MOV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R4,#200	  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R4=200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 延遲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0.1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  <a:p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Delay1: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MOV	R5,#248	  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R5=248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 延遲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0.000496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  <a:p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DJNZ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R5,$	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延遲時間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2 machine cycle x 248(R5) = 0.000002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248 = 0.000496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  <a:p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DJNZ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R4,Delay1 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延遲時間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0.000496+0.000002x2(2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:MOV,DJNZ)= 0.0005x200(R4)=0.1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  <a:p>
            <a:pPr marL="0" indent="0">
              <a:buNone/>
            </a:pP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DJNZ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R3,Delay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延遲時間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0.1 x (R3)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秒，若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R3=10 =&gt;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延遲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秒，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R3=5 =&gt; 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延遲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endParaRPr lang="en-US" altLang="zh-TW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</a:t>
            </a:r>
            <a:r>
              <a:rPr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en-US" altLang="zh-TW" sz="15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charset="0"/>
                <a:sym typeface="+mn-ea"/>
              </a:rPr>
              <a:t>RET</a:t>
            </a:r>
            <a:endParaRPr lang="zh-TW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771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4C8501-DE44-4833-9231-E3C56C639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4500"/>
            <a:ext cx="12192000" cy="874752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8051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IDE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上模擬測試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471B8F8-E0A3-4D2C-92D6-20A1551B2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490" y="1964987"/>
            <a:ext cx="7281590" cy="4095895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06B1181-7E81-463A-973A-0E1C9B05475C}"/>
              </a:ext>
            </a:extLst>
          </p:cNvPr>
          <p:cNvSpPr txBox="1"/>
          <p:nvPr/>
        </p:nvSpPr>
        <p:spPr>
          <a:xfrm>
            <a:off x="1139702" y="1287453"/>
            <a:ext cx="9020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上模擬，確認程式邏輯沒有問題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測試程式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:IDE_test.asm)</a:t>
            </a:r>
          </a:p>
        </p:txBody>
      </p:sp>
    </p:spTree>
    <p:extLst>
      <p:ext uri="{BB962C8B-B14F-4D97-AF65-F5344CB8AC3E}">
        <p14:creationId xmlns:p14="http://schemas.microsoft.com/office/powerpoint/2010/main" val="147001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562" y="244534"/>
            <a:ext cx="10515600" cy="1850966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新細明體" panose="02020500000000000000" pitchFamily="18" charset="-120"/>
                <a:cs typeface="+mj-cs"/>
              </a:rPr>
              <a:t> </a:t>
            </a:r>
            <a:br>
              <a:rPr lang="en-US" altLang="zh-TW" dirty="0"/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將程式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到開發版上</a:t>
            </a:r>
            <a:br>
              <a:rPr lang="en-US" altLang="zh-TW" dirty="0"/>
            </a:br>
            <a:br>
              <a:rPr lang="en-US" altLang="zh-TW" dirty="0"/>
            </a:br>
            <a:endParaRPr 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A46271A-9D17-4382-85F4-85DB8C610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59" y="2386518"/>
            <a:ext cx="5151566" cy="2920237"/>
          </a:xfrm>
        </p:spPr>
      </p:pic>
      <p:pic>
        <p:nvPicPr>
          <p:cNvPr id="1026" name="Picture 2" descr="未提供說明。">
            <a:extLst>
              <a:ext uri="{FF2B5EF4-FFF2-40B4-BE49-F238E27FC236}">
                <a16:creationId xmlns:a16="http://schemas.microsoft.com/office/drawing/2014/main" id="{00BE3431-1A51-43DA-920F-6DF06D6D4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62" y="2386518"/>
            <a:ext cx="4889770" cy="366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1809</TotalTime>
  <Words>1019</Words>
  <Application>Microsoft Office PowerPoint</Application>
  <PresentationFormat>寬螢幕</PresentationFormat>
  <Paragraphs>149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微軟正黑體</vt:lpstr>
      <vt:lpstr>Calibri</vt:lpstr>
      <vt:lpstr>Calibri Light</vt:lpstr>
      <vt:lpstr>Wingdings</vt:lpstr>
      <vt:lpstr>回顧</vt:lpstr>
      <vt:lpstr>微電腦系統期中報告</vt:lpstr>
      <vt:lpstr>程式設計想法</vt:lpstr>
      <vt:lpstr>方法 1   Flow Chart</vt:lpstr>
      <vt:lpstr>PowerPoint 簡報</vt:lpstr>
      <vt:lpstr>方法 2   Flow Chart</vt:lpstr>
      <vt:lpstr>程式設計想法</vt:lpstr>
      <vt:lpstr>延遲時間的產生</vt:lpstr>
      <vt:lpstr>延遲時間的產生</vt:lpstr>
      <vt:lpstr>在8051 IDE上模擬測試</vt:lpstr>
      <vt:lpstr>  將程式load到開發版上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微電腦系統</dc:title>
  <dc:creator>陳逸</dc:creator>
  <cp:lastModifiedBy>逸 陳</cp:lastModifiedBy>
  <cp:revision>99</cp:revision>
  <dcterms:created xsi:type="dcterms:W3CDTF">2023-04-13T12:27:00Z</dcterms:created>
  <dcterms:modified xsi:type="dcterms:W3CDTF">2023-04-17T12:22:57Z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C66C273CF7604365900621DFA4D5E158</vt:lpwstr>
  </property>
  <property fmtid="{D5CDD505-2E9C-101B-9397-08002B2CF9AE}" pid="3" name="KSOProductBuildVer">
    <vt:lpwstr>1033-11.2.0.11516</vt:lpwstr>
  </property>
</Properties>
</file>